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799" autoAdjust="0"/>
  </p:normalViewPr>
  <p:slideViewPr>
    <p:cSldViewPr snapToGrid="0">
      <p:cViewPr>
        <p:scale>
          <a:sx n="75" d="100"/>
          <a:sy n="75" d="100"/>
        </p:scale>
        <p:origin x="708"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we will explain the software design of MailFlow AI. The main focus is how the current Gmail feature works, how information moves through the application, and how we plan to add AI Draft and Calendar features later.</a:t>
            </a:r>
          </a:p>
          <a:p>
            <a:endParaRPr/>
          </a:p>
          <a:p>
            <a:r>
              <a:t>The Gmail workflow exists now. The AI Draft and Calendar features are future plans.</a:t>
            </a:r>
          </a:p>
          <a:p>
            <a:endParaRPr/>
          </a:p>
          <a:p>
            <a:r>
              <a:t>Target time: 25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MailFlow AI helps users find important emails and take action more quickly.</a:t>
            </a:r>
          </a:p>
          <a:p>
            <a:endParaRPr/>
          </a:p>
          <a:p>
            <a:r>
              <a:t>The current version provides a Daily Briefing. It loads today's Gmail messages and groups them as Urgent, FYI, or Low Priority. Users can also read, star, delete, restore, or change the priority of a message. These actions stay connected with Gmail.</a:t>
            </a:r>
          </a:p>
          <a:p>
            <a:endParaRPr/>
          </a:p>
          <a:p>
            <a:r>
              <a:t>We plan to add two major features. AI Draft will suggest a reply that the user can review and edit. Calendar extraction will find event details in an email and show a preview before creating an event.</a:t>
            </a:r>
          </a:p>
          <a:p>
            <a:endParaRPr/>
          </a:p>
          <a:p>
            <a:r>
              <a:t>The important distinction is that the Gmail and priority workflow works now, while AI Draft and Calendar are still planned.</a:t>
            </a:r>
          </a:p>
          <a:p>
            <a:endParaRPr/>
          </a:p>
          <a:p>
            <a:r>
              <a:t>Target time: 55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design changed after we began implementing the project.</a:t>
            </a:r>
          </a:p>
          <a:p>
            <a:endParaRPr/>
          </a:p>
          <a:p>
            <a:r>
              <a:t>We first planned to make a React frontend and a separate NestJS backend. We now use one full-stack Next.js application. React still builds the pages, but Next.js also handles requests from those pages and communicates with Gmail and the database.</a:t>
            </a:r>
          </a:p>
          <a:p>
            <a:endParaRPr/>
          </a:p>
          <a:p>
            <a:r>
              <a:t>We also reduced what we store locally. The earlier plan included local records for emails, summaries, drafts, and events. The current database stores only basic user information, message priorities, and the history of priority changes. Gmail continues to store the email content.</a:t>
            </a:r>
          </a:p>
          <a:p>
            <a:endParaRPr/>
          </a:p>
          <a:p>
            <a:r>
              <a:t>The Gmail workflow works today. AI Draft and Calendar remain planned. For future deployment, Vercel and Neon are our current direction, but we have not deployed the production system yet.</a:t>
            </a:r>
          </a:p>
          <a:p>
            <a:endParaRPr/>
          </a:p>
          <a:p>
            <a:r>
              <a:t>Target time: 60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shows how the main parts of the application communicate.</a:t>
            </a:r>
          </a:p>
          <a:p>
            <a:endParaRPr dirty="0"/>
          </a:p>
          <a:p>
            <a:r>
              <a:rPr dirty="0"/>
              <a:t>When the user clicks something in the browser, the browser sends a request to our Next.js server. The server checks that the user is signed in. It then talks to Gmail when it needs email information and talks to SQLite when it needs </a:t>
            </a:r>
            <a:r>
              <a:rPr dirty="0" err="1"/>
              <a:t>MailFlow</a:t>
            </a:r>
            <a:r>
              <a:rPr dirty="0"/>
              <a:t> priority information.</a:t>
            </a:r>
          </a:p>
          <a:p>
            <a:endParaRPr dirty="0"/>
          </a:p>
          <a:p>
            <a:r>
              <a:rPr dirty="0"/>
              <a:t>In simple terms, the Next.js API routes act as a middle layer between the webpage, Google, and our database. This keeps Google login information on the server instead of exposing it to the browser.</a:t>
            </a:r>
          </a:p>
          <a:p>
            <a:endParaRPr dirty="0"/>
          </a:p>
          <a:p>
            <a:r>
              <a:rPr dirty="0"/>
              <a:t>The current server connects to Gmail</a:t>
            </a:r>
            <a:r>
              <a:rPr lang="en-US" dirty="0"/>
              <a:t>, and future </a:t>
            </a:r>
            <a:r>
              <a:rPr dirty="0"/>
              <a:t>AI Draft and Calendar features can later connect through the same middle layer.</a:t>
            </a:r>
          </a:p>
          <a:p>
            <a:endParaRPr dirty="0"/>
          </a:p>
          <a:p>
            <a:r>
              <a:rPr dirty="0"/>
              <a:t>Target time: 65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the main requests that </a:t>
            </a:r>
            <a:r>
              <a:rPr lang="en-US" dirty="0"/>
              <a:t>might happen when using our project. </a:t>
            </a:r>
            <a:endParaRPr dirty="0"/>
          </a:p>
          <a:p>
            <a:endParaRPr dirty="0"/>
          </a:p>
          <a:p>
            <a:r>
              <a:rPr dirty="0"/>
              <a:t>The connect and callback routes handle Google sign-in. </a:t>
            </a:r>
            <a:endParaRPr lang="en-US" dirty="0"/>
          </a:p>
          <a:p>
            <a:endParaRPr lang="en-US" dirty="0"/>
          </a:p>
          <a:p>
            <a:r>
              <a:rPr lang="en-US" dirty="0"/>
              <a:t>Connect request</a:t>
            </a:r>
            <a:r>
              <a:rPr dirty="0"/>
              <a:t> begins the sign-in process, and the </a:t>
            </a:r>
            <a:r>
              <a:rPr lang="en-US" dirty="0"/>
              <a:t>callback</a:t>
            </a:r>
            <a:r>
              <a:rPr dirty="0"/>
              <a:t> receives Google's response and creates a </a:t>
            </a:r>
            <a:r>
              <a:rPr dirty="0" err="1"/>
              <a:t>MailFlow</a:t>
            </a:r>
            <a:r>
              <a:rPr dirty="0"/>
              <a:t> session.</a:t>
            </a:r>
          </a:p>
          <a:p>
            <a:endParaRPr dirty="0"/>
          </a:p>
          <a:p>
            <a:r>
              <a:rPr dirty="0"/>
              <a:t>The profile route returns basic information about the connected Google account. </a:t>
            </a:r>
            <a:endParaRPr lang="en-US" dirty="0"/>
          </a:p>
          <a:p>
            <a:endParaRPr lang="en-US" dirty="0"/>
          </a:p>
          <a:p>
            <a:r>
              <a:rPr dirty="0"/>
              <a:t>The messages route loads Gmail messages, gives a priority to messages that do not already have one</a:t>
            </a:r>
            <a:r>
              <a:rPr lang="en-US" dirty="0"/>
              <a:t>.</a:t>
            </a:r>
            <a:endParaRPr dirty="0"/>
          </a:p>
          <a:p>
            <a:endParaRPr lang="en-US" dirty="0"/>
          </a:p>
          <a:p>
            <a:r>
              <a:rPr lang="en-US" dirty="0"/>
              <a:t>And PATCH method</a:t>
            </a:r>
            <a:r>
              <a:rPr dirty="0"/>
              <a:t>, the PATCH route handles actions such as reading, starring, restoring, or changing its priority. The DELETE route moves the message to Gmail Trash.</a:t>
            </a:r>
          </a:p>
          <a:p>
            <a:endParaRPr dirty="0"/>
          </a:p>
          <a:p>
            <a:r>
              <a:rPr lang="en-US" dirty="0"/>
              <a:t>Commonly, b</a:t>
            </a:r>
            <a:r>
              <a:rPr dirty="0"/>
              <a:t>efore any Gmail request runs, the server checks the user's </a:t>
            </a:r>
            <a:r>
              <a:rPr dirty="0" err="1"/>
              <a:t>MailFlow</a:t>
            </a:r>
            <a:r>
              <a:rPr dirty="0"/>
              <a:t> session. </a:t>
            </a:r>
            <a:endParaRPr lang="en-US" dirty="0"/>
          </a:p>
          <a:p>
            <a:endParaRPr dirty="0"/>
          </a:p>
          <a:p>
            <a:r>
              <a:rPr dirty="0"/>
              <a:t>Target time: 65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look at some flows of specific action that user makes. </a:t>
            </a:r>
            <a:endParaRPr dirty="0"/>
          </a:p>
          <a:p>
            <a:endParaRPr dirty="0"/>
          </a:p>
          <a:p>
            <a:r>
              <a:rPr dirty="0"/>
              <a:t>First, the browser asks our server for today's Gmail messages. The server confirms that the user has signed in and then requests the messages from Gmail.</a:t>
            </a:r>
          </a:p>
          <a:p>
            <a:endParaRPr dirty="0"/>
          </a:p>
          <a:p>
            <a:r>
              <a:rPr dirty="0"/>
              <a:t>For each message, </a:t>
            </a:r>
            <a:r>
              <a:rPr dirty="0" err="1"/>
              <a:t>MailFlow</a:t>
            </a:r>
            <a:r>
              <a:rPr dirty="0"/>
              <a:t> checks whether a priority already exists. If it does, </a:t>
            </a:r>
            <a:r>
              <a:rPr dirty="0" err="1"/>
              <a:t>MailFlow</a:t>
            </a:r>
            <a:r>
              <a:rPr dirty="0"/>
              <a:t> keeps that priority. If it does not, </a:t>
            </a:r>
            <a:r>
              <a:rPr dirty="0" err="1"/>
              <a:t>MailFlow</a:t>
            </a:r>
            <a:r>
              <a:rPr dirty="0"/>
              <a:t> chooses a priority and adds the matching label in Gmail.</a:t>
            </a:r>
          </a:p>
          <a:p>
            <a:endParaRPr dirty="0"/>
          </a:p>
          <a:p>
            <a:r>
              <a:rPr dirty="0" err="1"/>
              <a:t>MailFlow</a:t>
            </a:r>
            <a:r>
              <a:rPr dirty="0"/>
              <a:t> also saves the current priority and a history of priority changes in SQ</a:t>
            </a:r>
            <a:r>
              <a:rPr lang="en-US" dirty="0"/>
              <a:t> Database</a:t>
            </a:r>
            <a:r>
              <a:rPr dirty="0"/>
              <a:t>. The server then sorts the messages into Urgent, FYI, and Low Priority groups and returns them to the browser.</a:t>
            </a:r>
          </a:p>
          <a:p>
            <a:endParaRPr dirty="0"/>
          </a:p>
          <a:p>
            <a:r>
              <a:rPr lang="ko-KR" altLang="ko-KR" dirty="0" err="1"/>
              <a:t>Gmail</a:t>
            </a:r>
            <a:r>
              <a:rPr lang="ko-KR" altLang="ko-KR" dirty="0"/>
              <a:t> </a:t>
            </a:r>
            <a:r>
              <a:rPr lang="ko-KR" altLang="ko-KR" dirty="0" err="1"/>
              <a:t>stores</a:t>
            </a:r>
            <a:r>
              <a:rPr lang="ko-KR" altLang="ko-KR" dirty="0"/>
              <a:t> </a:t>
            </a:r>
            <a:r>
              <a:rPr lang="ko-KR" altLang="ko-KR" dirty="0" err="1"/>
              <a:t>the</a:t>
            </a:r>
            <a:r>
              <a:rPr lang="ko-KR" altLang="ko-KR" dirty="0"/>
              <a:t> </a:t>
            </a:r>
            <a:r>
              <a:rPr lang="ko-KR" altLang="ko-KR" dirty="0" err="1"/>
              <a:t>original</a:t>
            </a:r>
            <a:r>
              <a:rPr lang="ko-KR" altLang="ko-KR" dirty="0"/>
              <a:t> </a:t>
            </a:r>
            <a:r>
              <a:rPr lang="ko-KR" altLang="ko-KR" dirty="0" err="1"/>
              <a:t>messages</a:t>
            </a:r>
            <a:r>
              <a:rPr lang="ko-KR" altLang="ko-KR" dirty="0"/>
              <a:t> and </a:t>
            </a:r>
            <a:r>
              <a:rPr lang="ko-KR" altLang="ko-KR" dirty="0" err="1"/>
              <a:t>attachments</a:t>
            </a:r>
            <a:r>
              <a:rPr lang="ko-KR" altLang="ko-KR" dirty="0"/>
              <a:t>, </a:t>
            </a:r>
            <a:r>
              <a:rPr lang="ko-KR" altLang="ko-KR" dirty="0" err="1"/>
              <a:t>while</a:t>
            </a:r>
            <a:r>
              <a:rPr lang="ko-KR" altLang="ko-KR" dirty="0"/>
              <a:t> </a:t>
            </a:r>
            <a:r>
              <a:rPr lang="ko-KR" altLang="ko-KR" dirty="0" err="1"/>
              <a:t>MailFlow</a:t>
            </a:r>
            <a:r>
              <a:rPr lang="ko-KR" altLang="ko-KR" dirty="0"/>
              <a:t> </a:t>
            </a:r>
            <a:r>
              <a:rPr lang="ko-KR" altLang="ko-KR" dirty="0" err="1"/>
              <a:t>stores</a:t>
            </a:r>
            <a:r>
              <a:rPr lang="ko-KR" altLang="ko-KR" dirty="0"/>
              <a:t> </a:t>
            </a:r>
            <a:r>
              <a:rPr lang="ko-KR" altLang="ko-KR" dirty="0" err="1"/>
              <a:t>only</a:t>
            </a:r>
            <a:r>
              <a:rPr lang="ko-KR" altLang="ko-KR" dirty="0"/>
              <a:t> </a:t>
            </a:r>
            <a:r>
              <a:rPr lang="ko-KR" altLang="ko-KR" dirty="0" err="1"/>
              <a:t>essential</a:t>
            </a:r>
            <a:r>
              <a:rPr lang="ko-KR" altLang="ko-KR" dirty="0"/>
              <a:t> </a:t>
            </a:r>
            <a:r>
              <a:rPr lang="ko-KR" altLang="ko-KR" dirty="0" err="1"/>
              <a:t>metadata</a:t>
            </a:r>
            <a:r>
              <a:rPr lang="ko-KR" altLang="ko-KR" dirty="0"/>
              <a:t>. </a:t>
            </a:r>
            <a:r>
              <a:rPr lang="ko-KR" altLang="ko-KR" dirty="0" err="1"/>
              <a:t>As</a:t>
            </a:r>
            <a:r>
              <a:rPr lang="ko-KR" altLang="ko-KR" dirty="0"/>
              <a:t> </a:t>
            </a:r>
            <a:r>
              <a:rPr lang="ko-KR" altLang="ko-KR" dirty="0" err="1"/>
              <a:t>a</a:t>
            </a:r>
            <a:r>
              <a:rPr lang="ko-KR" altLang="ko-KR" dirty="0"/>
              <a:t> </a:t>
            </a:r>
            <a:r>
              <a:rPr lang="ko-KR" altLang="ko-KR" dirty="0" err="1"/>
              <a:t>result</a:t>
            </a:r>
            <a:r>
              <a:rPr lang="ko-KR" altLang="ko-KR" dirty="0"/>
              <a:t>, </a:t>
            </a:r>
            <a:r>
              <a:rPr lang="ko-KR" altLang="ko-KR" dirty="0" err="1"/>
              <a:t>MailFlow</a:t>
            </a:r>
            <a:r>
              <a:rPr lang="ko-KR" altLang="ko-KR" dirty="0"/>
              <a:t> </a:t>
            </a:r>
            <a:r>
              <a:rPr lang="ko-KR" altLang="ko-KR" dirty="0" err="1"/>
              <a:t>currently</a:t>
            </a:r>
            <a:r>
              <a:rPr lang="ko-KR" altLang="ko-KR" dirty="0"/>
              <a:t> </a:t>
            </a:r>
            <a:r>
              <a:rPr lang="ko-KR" altLang="ko-KR" dirty="0" err="1"/>
              <a:t>retrieves</a:t>
            </a:r>
            <a:r>
              <a:rPr lang="ko-KR" altLang="ko-KR" dirty="0"/>
              <a:t> </a:t>
            </a:r>
            <a:r>
              <a:rPr lang="ko-KR" altLang="ko-KR" dirty="0" err="1"/>
              <a:t>messages</a:t>
            </a:r>
            <a:r>
              <a:rPr lang="ko-KR" altLang="ko-KR" dirty="0"/>
              <a:t> </a:t>
            </a:r>
            <a:r>
              <a:rPr lang="ko-KR" altLang="ko-KR" dirty="0" err="1"/>
              <a:t>from</a:t>
            </a:r>
            <a:r>
              <a:rPr lang="ko-KR" altLang="ko-KR" dirty="0"/>
              <a:t> </a:t>
            </a:r>
            <a:r>
              <a:rPr lang="ko-KR" altLang="ko-KR" dirty="0" err="1"/>
              <a:t>Gmail</a:t>
            </a:r>
            <a:r>
              <a:rPr lang="ko-KR" altLang="ko-KR" dirty="0"/>
              <a:t> </a:t>
            </a:r>
            <a:r>
              <a:rPr lang="ko-KR" altLang="ko-KR" dirty="0" err="1"/>
              <a:t>whenever</a:t>
            </a:r>
            <a:r>
              <a:rPr lang="ko-KR" altLang="ko-KR" dirty="0"/>
              <a:t> </a:t>
            </a:r>
            <a:r>
              <a:rPr lang="ko-KR" altLang="ko-KR" dirty="0" err="1"/>
              <a:t>the</a:t>
            </a:r>
            <a:r>
              <a:rPr lang="ko-KR" altLang="ko-KR" dirty="0"/>
              <a:t> </a:t>
            </a:r>
            <a:r>
              <a:rPr lang="ko-KR" altLang="ko-KR" dirty="0" err="1"/>
              <a:t>user</a:t>
            </a:r>
            <a:r>
              <a:rPr lang="ko-KR" altLang="ko-KR" dirty="0"/>
              <a:t> </a:t>
            </a:r>
            <a:r>
              <a:rPr lang="ko-KR" altLang="ko-KR" dirty="0" err="1"/>
              <a:t>opens</a:t>
            </a:r>
            <a:r>
              <a:rPr lang="ko-KR" altLang="ko-KR" dirty="0"/>
              <a:t> </a:t>
            </a:r>
            <a:r>
              <a:rPr lang="ko-KR" altLang="ko-KR" dirty="0" err="1"/>
              <a:t>the</a:t>
            </a:r>
            <a:r>
              <a:rPr lang="ko-KR" altLang="ko-KR" dirty="0"/>
              <a:t> </a:t>
            </a:r>
            <a:r>
              <a:rPr lang="ko-KR" altLang="ko-KR" dirty="0" err="1"/>
              <a:t>application</a:t>
            </a:r>
            <a:r>
              <a:rPr lang="ko-KR" altLang="ko-KR" dirty="0"/>
              <a:t>. </a:t>
            </a:r>
            <a:r>
              <a:rPr lang="ko-KR" altLang="ko-KR" dirty="0" err="1"/>
              <a:t>To</a:t>
            </a:r>
            <a:r>
              <a:rPr lang="ko-KR" altLang="ko-KR" dirty="0"/>
              <a:t> </a:t>
            </a:r>
            <a:r>
              <a:rPr lang="ko-KR" altLang="ko-KR" dirty="0" err="1"/>
              <a:t>improve</a:t>
            </a:r>
            <a:r>
              <a:rPr lang="ko-KR" altLang="ko-KR" dirty="0"/>
              <a:t> </a:t>
            </a:r>
            <a:r>
              <a:rPr lang="ko-KR" altLang="ko-KR" dirty="0" err="1"/>
              <a:t>performance</a:t>
            </a:r>
            <a:r>
              <a:rPr lang="ko-KR" altLang="ko-KR" dirty="0"/>
              <a:t>, </a:t>
            </a:r>
            <a:r>
              <a:rPr lang="ko-KR" altLang="ko-KR" dirty="0" err="1"/>
              <a:t>we</a:t>
            </a:r>
            <a:r>
              <a:rPr lang="ko-KR" altLang="ko-KR" dirty="0"/>
              <a:t> </a:t>
            </a:r>
            <a:r>
              <a:rPr lang="ko-KR" altLang="ko-KR" dirty="0" err="1"/>
              <a:t>could</a:t>
            </a:r>
            <a:r>
              <a:rPr lang="ko-KR" altLang="ko-KR" dirty="0"/>
              <a:t> </a:t>
            </a:r>
            <a:r>
              <a:rPr lang="ko-KR" altLang="ko-KR" dirty="0" err="1"/>
              <a:t>later</a:t>
            </a:r>
            <a:r>
              <a:rPr lang="ko-KR" altLang="ko-KR" dirty="0"/>
              <a:t> </a:t>
            </a:r>
            <a:r>
              <a:rPr lang="ko-KR" altLang="ko-KR" dirty="0" err="1"/>
              <a:t>cache</a:t>
            </a:r>
            <a:r>
              <a:rPr lang="ko-KR" altLang="ko-KR" dirty="0"/>
              <a:t> </a:t>
            </a:r>
            <a:r>
              <a:rPr lang="ko-KR" altLang="ko-KR" dirty="0" err="1"/>
              <a:t>selected</a:t>
            </a:r>
            <a:r>
              <a:rPr lang="ko-KR" altLang="ko-KR" dirty="0"/>
              <a:t> </a:t>
            </a:r>
            <a:r>
              <a:rPr lang="ko-KR" altLang="ko-KR" dirty="0" err="1"/>
              <a:t>email</a:t>
            </a:r>
            <a:r>
              <a:rPr lang="ko-KR" altLang="ko-KR" dirty="0"/>
              <a:t> </a:t>
            </a:r>
            <a:r>
              <a:rPr lang="ko-KR" altLang="ko-KR" dirty="0" err="1"/>
              <a:t>data</a:t>
            </a:r>
            <a:r>
              <a:rPr lang="ko-KR" altLang="ko-KR" dirty="0"/>
              <a:t> </a:t>
            </a:r>
            <a:r>
              <a:rPr lang="ko-KR" altLang="ko-KR" dirty="0" err="1"/>
              <a:t>locally</a:t>
            </a:r>
            <a:r>
              <a:rPr lang="ko-KR" altLang="ko-KR" dirty="0"/>
              <a:t> </a:t>
            </a:r>
            <a:r>
              <a:rPr lang="ko-KR" altLang="ko-KR" dirty="0" err="1"/>
              <a:t>or</a:t>
            </a:r>
            <a:r>
              <a:rPr lang="ko-KR" altLang="ko-KR" dirty="0"/>
              <a:t> </a:t>
            </a:r>
            <a:r>
              <a:rPr lang="ko-KR" altLang="ko-KR" dirty="0" err="1"/>
              <a:t>request</a:t>
            </a:r>
            <a:r>
              <a:rPr lang="ko-KR" altLang="ko-KR" dirty="0"/>
              <a:t> </a:t>
            </a:r>
            <a:r>
              <a:rPr lang="ko-KR" altLang="ko-KR" dirty="0" err="1"/>
              <a:t>only</a:t>
            </a:r>
            <a:r>
              <a:rPr lang="ko-KR" altLang="ko-KR" dirty="0"/>
              <a:t> </a:t>
            </a:r>
            <a:r>
              <a:rPr lang="ko-KR" altLang="ko-KR" dirty="0" err="1"/>
              <a:t>basic</a:t>
            </a:r>
            <a:r>
              <a:rPr lang="ko-KR" altLang="ko-KR" dirty="0"/>
              <a:t> </a:t>
            </a:r>
            <a:r>
              <a:rPr lang="ko-KR" altLang="ko-KR" dirty="0" err="1"/>
              <a:t>information</a:t>
            </a:r>
            <a:r>
              <a:rPr lang="ko-KR" altLang="ko-KR" dirty="0"/>
              <a:t> </a:t>
            </a:r>
            <a:r>
              <a:rPr lang="ko-KR" altLang="ko-KR" dirty="0" err="1"/>
              <a:t>from</a:t>
            </a:r>
            <a:r>
              <a:rPr lang="ko-KR" altLang="ko-KR" dirty="0"/>
              <a:t> </a:t>
            </a:r>
            <a:r>
              <a:rPr lang="ko-KR" altLang="ko-KR" dirty="0" err="1"/>
              <a:t>Gmail</a:t>
            </a:r>
            <a:r>
              <a:rPr lang="ko-KR" altLang="ko-KR" dirty="0"/>
              <a:t> and </a:t>
            </a:r>
            <a:r>
              <a:rPr lang="ko-KR" altLang="ko-KR" dirty="0" err="1"/>
              <a:t>retrieve</a:t>
            </a:r>
            <a:r>
              <a:rPr lang="ko-KR" altLang="ko-KR" dirty="0"/>
              <a:t> </a:t>
            </a:r>
            <a:r>
              <a:rPr lang="ko-KR" altLang="ko-KR" dirty="0" err="1"/>
              <a:t>the</a:t>
            </a:r>
            <a:r>
              <a:rPr lang="ko-KR" altLang="ko-KR" dirty="0"/>
              <a:t> </a:t>
            </a:r>
            <a:r>
              <a:rPr lang="ko-KR" altLang="ko-KR" dirty="0" err="1"/>
              <a:t>full</a:t>
            </a:r>
            <a:r>
              <a:rPr lang="ko-KR" altLang="ko-KR" dirty="0"/>
              <a:t> </a:t>
            </a:r>
            <a:r>
              <a:rPr lang="ko-KR" altLang="ko-KR" dirty="0" err="1"/>
              <a:t>content</a:t>
            </a:r>
            <a:r>
              <a:rPr lang="ko-KR" altLang="ko-KR" dirty="0"/>
              <a:t> </a:t>
            </a:r>
            <a:r>
              <a:rPr lang="ko-KR" altLang="ko-KR" dirty="0" err="1"/>
              <a:t>when</a:t>
            </a:r>
            <a:r>
              <a:rPr lang="ko-KR" altLang="ko-KR" dirty="0"/>
              <a:t> </a:t>
            </a:r>
            <a:r>
              <a:rPr lang="ko-KR" altLang="ko-KR" dirty="0" err="1"/>
              <a:t>the</a:t>
            </a:r>
            <a:r>
              <a:rPr lang="ko-KR" altLang="ko-KR" dirty="0"/>
              <a:t> </a:t>
            </a:r>
            <a:r>
              <a:rPr lang="ko-KR" altLang="ko-KR" dirty="0" err="1"/>
              <a:t>user</a:t>
            </a:r>
            <a:r>
              <a:rPr lang="ko-KR" altLang="ko-KR" dirty="0"/>
              <a:t> </a:t>
            </a:r>
            <a:r>
              <a:rPr lang="ko-KR" altLang="ko-KR" dirty="0" err="1"/>
              <a:t>opens</a:t>
            </a:r>
            <a:r>
              <a:rPr lang="ko-KR" altLang="ko-KR" dirty="0"/>
              <a:t> </a:t>
            </a:r>
            <a:r>
              <a:rPr lang="ko-KR" altLang="ko-KR" dirty="0" err="1"/>
              <a:t>a</a:t>
            </a:r>
            <a:r>
              <a:rPr lang="ko-KR" altLang="ko-KR" dirty="0"/>
              <a:t> </a:t>
            </a:r>
            <a:r>
              <a:rPr lang="ko-KR" altLang="ko-KR" dirty="0" err="1"/>
              <a:t>message</a:t>
            </a:r>
            <a:r>
              <a:rPr lang="ko-KR" altLang="ko-KR" dirty="0"/>
              <a:t>.</a:t>
            </a:r>
            <a:endParaRPr lang="en-US" altLang="ko-KR" dirty="0"/>
          </a:p>
          <a:p>
            <a:endParaRPr lang="en-US" altLang="ko-KR" dirty="0"/>
          </a:p>
          <a:p>
            <a:endParaRPr lang="en-US" altLang="ko-KR" dirty="0"/>
          </a:p>
          <a:p>
            <a:endParaRPr lang="ko-KR" altLang="ko-KR" dirty="0"/>
          </a:p>
          <a:p>
            <a:endParaRPr dirty="0"/>
          </a:p>
          <a:p>
            <a:r>
              <a:rPr dirty="0"/>
              <a:t>Target time: 75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explains which system owns each type of information.</a:t>
            </a:r>
          </a:p>
          <a:p>
            <a:endParaRPr dirty="0"/>
          </a:p>
          <a:p>
            <a:r>
              <a:rPr dirty="0"/>
              <a:t>Google continues to store Gmail messages, attachments, message status, and Gmail labels. In the future, Google will also store approved Gmail drafts and approved Calendar events.</a:t>
            </a:r>
          </a:p>
          <a:p>
            <a:endParaRPr dirty="0"/>
          </a:p>
          <a:p>
            <a:r>
              <a:rPr dirty="0" err="1"/>
              <a:t>MailFlow</a:t>
            </a:r>
            <a:r>
              <a:rPr dirty="0"/>
              <a:t> stores only the information needed for its own features. The users table contains basic account information. The message priorities table stores the current priority and the reason for it. The priority events table records how a priority changed over time.</a:t>
            </a:r>
          </a:p>
          <a:p>
            <a:endParaRPr dirty="0"/>
          </a:p>
          <a:p>
            <a:r>
              <a:rPr dirty="0"/>
              <a:t>Keeping less email data in our own database improves privacy and reduces the chance that our copy becomes different from Gmail.</a:t>
            </a:r>
          </a:p>
          <a:p>
            <a:endParaRPr dirty="0"/>
          </a:p>
          <a:p>
            <a:r>
              <a:rPr dirty="0"/>
              <a:t>For production, we plan to move this information to PostgreSQL and securely store the login sessions that the server needs.</a:t>
            </a:r>
          </a:p>
          <a:p>
            <a:endParaRPr dirty="0"/>
          </a:p>
          <a:p>
            <a:r>
              <a:rPr dirty="0"/>
              <a:t>Target time: 65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our </a:t>
            </a:r>
            <a:r>
              <a:rPr lang="en-US" dirty="0"/>
              <a:t>future </a:t>
            </a:r>
            <a:r>
              <a:rPr dirty="0"/>
              <a:t>planned AI Draft process.</a:t>
            </a:r>
          </a:p>
          <a:p>
            <a:endParaRPr dirty="0"/>
          </a:p>
          <a:p>
            <a:r>
              <a:rPr dirty="0"/>
              <a:t>The user selects an email and asks </a:t>
            </a:r>
            <a:r>
              <a:rPr dirty="0" err="1"/>
              <a:t>MailFlow</a:t>
            </a:r>
            <a:r>
              <a:rPr dirty="0"/>
              <a:t> to suggest a reply. The server confirms the user's session and retrieves only the email information needed to understand that message.</a:t>
            </a:r>
          </a:p>
          <a:p>
            <a:endParaRPr dirty="0"/>
          </a:p>
          <a:p>
            <a:r>
              <a:rPr dirty="0"/>
              <a:t>The AI service creates a suggested response, and </a:t>
            </a:r>
            <a:r>
              <a:rPr dirty="0" err="1"/>
              <a:t>MailFlow</a:t>
            </a:r>
            <a:r>
              <a:rPr dirty="0"/>
              <a:t> shows it as an editable preview. The user can change it, reject it, or approve it.</a:t>
            </a:r>
          </a:p>
          <a:p>
            <a:endParaRPr dirty="0"/>
          </a:p>
          <a:p>
            <a:r>
              <a:rPr dirty="0"/>
              <a:t>Only after approval will </a:t>
            </a:r>
            <a:r>
              <a:rPr dirty="0" err="1"/>
              <a:t>MailFlow</a:t>
            </a:r>
            <a:r>
              <a:rPr dirty="0"/>
              <a:t> create a draft in Gmail. The system will not automatically send the email.</a:t>
            </a:r>
          </a:p>
          <a:p>
            <a:endParaRPr dirty="0"/>
          </a:p>
          <a:p>
            <a:r>
              <a:rPr dirty="0"/>
              <a:t>The most important design choice is user control. The AI provides assistance, but the user decides what should be saved. We also limit the amount of email information sent to the AI service.</a:t>
            </a:r>
          </a:p>
          <a:p>
            <a:endParaRPr dirty="0"/>
          </a:p>
          <a:p>
            <a:r>
              <a:rPr dirty="0"/>
              <a:t>This flow is still a plan and may change during implementation.</a:t>
            </a:r>
          </a:p>
          <a:p>
            <a:endParaRPr dirty="0"/>
          </a:p>
          <a:p>
            <a:r>
              <a:rPr dirty="0"/>
              <a:t>Target time: 70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our planned Calendar process.</a:t>
            </a:r>
          </a:p>
          <a:p>
            <a:endParaRPr dirty="0"/>
          </a:p>
          <a:p>
            <a:r>
              <a:rPr dirty="0"/>
              <a:t>The user selects an email that contains event information. </a:t>
            </a:r>
            <a:r>
              <a:rPr dirty="0" err="1"/>
              <a:t>MailFlow</a:t>
            </a:r>
            <a:r>
              <a:rPr dirty="0"/>
              <a:t> first extracts details such as the date, time, location, and attendees. It then shows those details in a preview instead of immediately creating an event.</a:t>
            </a:r>
          </a:p>
          <a:p>
            <a:endParaRPr dirty="0"/>
          </a:p>
          <a:p>
            <a:r>
              <a:rPr dirty="0"/>
              <a:t>The user can correct missing or incorrect information and confirm details such as the time zone. After the user approves the preview, </a:t>
            </a:r>
            <a:r>
              <a:rPr dirty="0" err="1"/>
              <a:t>MailFlow</a:t>
            </a:r>
            <a:r>
              <a:rPr dirty="0"/>
              <a:t> sends the final information to Google Calendar and creates the event.</a:t>
            </a:r>
          </a:p>
          <a:p>
            <a:endParaRPr dirty="0"/>
          </a:p>
          <a:p>
            <a:r>
              <a:rPr dirty="0"/>
              <a:t>We use separate preview and creation requests because automatic extraction may be uncertain. This gives the user a chance to correct mistakes before the application changes an external service.</a:t>
            </a:r>
          </a:p>
          <a:p>
            <a:endParaRPr dirty="0"/>
          </a:p>
          <a:p>
            <a:r>
              <a:rPr lang="en-US" dirty="0"/>
              <a:t>And w</a:t>
            </a:r>
            <a:r>
              <a:rPr dirty="0"/>
              <a:t>e will</a:t>
            </a:r>
            <a:r>
              <a:rPr lang="en-US" dirty="0"/>
              <a:t> have to</a:t>
            </a:r>
            <a:r>
              <a:rPr dirty="0"/>
              <a:t> request Calendar access from the user when this feature has been implemented.</a:t>
            </a:r>
          </a:p>
          <a:p>
            <a:endParaRPr dirty="0"/>
          </a:p>
          <a:p>
            <a:r>
              <a:rPr dirty="0"/>
              <a:t>Target time: 70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plan for later. </a:t>
            </a:r>
            <a:endParaRPr dirty="0"/>
          </a:p>
          <a:p>
            <a:endParaRPr dirty="0"/>
          </a:p>
          <a:p>
            <a:r>
              <a:rPr dirty="0"/>
              <a:t>After the review, the first technical goal is preparing the production foundation. We need secure login-session storage, a production database, and a stable deployment.</a:t>
            </a:r>
          </a:p>
          <a:p>
            <a:endParaRPr dirty="0"/>
          </a:p>
          <a:p>
            <a:r>
              <a:rPr dirty="0"/>
              <a:t>After that foundation works, we can implement AI Draft and then Calendar integration. We will also add broader testing, error handling, and monitoring as the system develops.</a:t>
            </a:r>
          </a:p>
          <a:p>
            <a:endParaRPr dirty="0"/>
          </a:p>
          <a:p>
            <a:r>
              <a:rPr dirty="0"/>
              <a:t>The main idea behind this order is simple. AI Draft and Calendar both depend on secure user accounts and reliable Google access, so we should complete that foundation first.</a:t>
            </a:r>
          </a:p>
          <a:p>
            <a:endParaRPr dirty="0"/>
          </a:p>
          <a:p>
            <a:r>
              <a:rPr dirty="0"/>
              <a:t>Thank you. </a:t>
            </a:r>
            <a:endParaRPr lang="en-US" dirty="0"/>
          </a:p>
          <a:p>
            <a:endParaRPr dirty="0"/>
          </a:p>
          <a:p>
            <a:r>
              <a:rPr dirty="0"/>
              <a:t>Target time: 60 seconds before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1056899-5C02-4B12-A887-B36C5369795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28619DCB-2D1F-459F-B6FF-9E29B7085F2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856D31A-0F34-473A-88EC-9DBD033E9F9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2FF2840-4357-4AF9-BA72-C9CF923230F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07BC194-4BD9-4AA4-A9C3-93E1B9039AE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9ADEDE4-1233-4FA9-88A5-81AE72590FD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584CAAF-2297-44EA-A450-85B309FF0E8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1C6480B-0CD5-4E9C-BD27-D85037FD42C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91B9101-8322-4DCF-8BD2-61EAA40DC01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4F7B9A4-0BED-402D-BB8F-0FA03F3DE68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6ED756AB-0EE7-479F-816F-1EB0267ED2EE}"/>
              </a:ext>
            </a:extLst>
          </p:cNvPr>
          <p:cNvSpPr>
            <a:spLocks noGrp="1"/>
          </p:cNvSpPr>
          <p:nvPr/>
        </p:nvSpPr>
        <p:spPr>
          <a:xfrm>
            <a:off x="0" y="0"/>
            <a:ext cx="171450" cy="6858000"/>
          </a:xfrm>
          <a:prstGeom prst="rect">
            <a:avLst/>
          </a:prstGeom>
          <a:solidFill>
            <a:srgbClr val="008C8C"/>
          </a:solidFill>
          <a:ln w="0">
            <a:solidFill>
              <a:srgbClr val="008C8C"/>
            </a:solidFill>
            <a:prstDash val="solid"/>
          </a:ln>
        </p:spPr>
        <p:txBody>
          <a:bodyPr/>
          <a:lstStyle/>
          <a:p>
            <a:endParaRPr lang="ko-KR" altLang="en-US"/>
          </a:p>
        </p:txBody>
      </p:sp>
      <p:sp>
        <p:nvSpPr>
          <p:cNvPr id="2" name="직사각형 1">
            <a:extLst>
              <a:ext uri="{FF2B5EF4-FFF2-40B4-BE49-F238E27FC236}">
                <a16:creationId xmlns:a16="http://schemas.microsoft.com/office/drawing/2014/main" id="{33A8C17E-0833-4492-BA70-BAFBBEEE8406}"/>
              </a:ext>
            </a:extLst>
          </p:cNvPr>
          <p:cNvSpPr>
            <a:spLocks noGrp="1"/>
          </p:cNvSpPr>
          <p:nvPr/>
        </p:nvSpPr>
        <p:spPr>
          <a:xfrm>
            <a:off x="838200" y="952500"/>
            <a:ext cx="4762500" cy="381000"/>
          </a:xfrm>
          <a:prstGeom prst="rect">
            <a:avLst/>
          </a:prstGeom>
          <a:noFill/>
          <a:ln w="0">
            <a:noFill/>
            <a:prstDash val="solid"/>
          </a:ln>
        </p:spPr>
        <p:txBody>
          <a:bodyPr wrap="square" lIns="0" tIns="0" rIns="0" bIns="0" anchor="t">
            <a:normAutofit/>
          </a:bodyPr>
          <a:lstStyle>
            <a:defPPr algn="l">
              <a:defRPr sz="2025" b="1">
                <a:solidFill>
                  <a:srgbClr val="DFF4F2"/>
                </a:solidFill>
                <a:latin typeface="Arial"/>
                <a:ea typeface="Arial"/>
                <a:cs typeface="Arial"/>
              </a:defRPr>
            </a:defPPr>
            <a:lvl1pPr algn="l">
              <a:buNone/>
              <a:defRPr sz="2025" b="1">
                <a:solidFill>
                  <a:srgbClr val="DFF4F2"/>
                </a:solidFill>
                <a:latin typeface="Arial"/>
                <a:ea typeface="Arial"/>
                <a:cs typeface="Arial"/>
              </a:defRPr>
            </a:lvl1pPr>
            <a:lvl2pPr algn="l">
              <a:buNone/>
              <a:defRPr sz="2025" b="1">
                <a:solidFill>
                  <a:srgbClr val="DFF4F2"/>
                </a:solidFill>
                <a:latin typeface="Arial"/>
                <a:ea typeface="Arial"/>
                <a:cs typeface="Arial"/>
              </a:defRPr>
            </a:lvl2pPr>
            <a:lvl3pPr algn="l">
              <a:buNone/>
              <a:defRPr sz="2025" b="1">
                <a:solidFill>
                  <a:srgbClr val="DFF4F2"/>
                </a:solidFill>
                <a:latin typeface="Arial"/>
                <a:ea typeface="Arial"/>
                <a:cs typeface="Arial"/>
              </a:defRPr>
            </a:lvl3pPr>
            <a:lvl4pPr algn="l">
              <a:buNone/>
              <a:defRPr sz="2025" b="1">
                <a:solidFill>
                  <a:srgbClr val="DFF4F2"/>
                </a:solidFill>
                <a:latin typeface="Arial"/>
                <a:ea typeface="Arial"/>
                <a:cs typeface="Arial"/>
              </a:defRPr>
            </a:lvl4pPr>
            <a:lvl5pPr algn="l">
              <a:buNone/>
              <a:defRPr sz="2025" b="1">
                <a:solidFill>
                  <a:srgbClr val="DFF4F2"/>
                </a:solidFill>
                <a:latin typeface="Arial"/>
                <a:ea typeface="Arial"/>
                <a:cs typeface="Arial"/>
              </a:defRPr>
            </a:lvl5pPr>
            <a:lvl6pPr algn="l">
              <a:buNone/>
              <a:defRPr sz="2025" b="1">
                <a:solidFill>
                  <a:srgbClr val="DFF4F2"/>
                </a:solidFill>
                <a:latin typeface="Arial"/>
                <a:ea typeface="Arial"/>
                <a:cs typeface="Arial"/>
              </a:defRPr>
            </a:lvl6pPr>
            <a:lvl7pPr algn="l">
              <a:buNone/>
              <a:defRPr sz="2025" b="1">
                <a:solidFill>
                  <a:srgbClr val="DFF4F2"/>
                </a:solidFill>
                <a:latin typeface="Arial"/>
                <a:ea typeface="Arial"/>
                <a:cs typeface="Arial"/>
              </a:defRPr>
            </a:lvl7pPr>
            <a:lvl8pPr algn="l">
              <a:buNone/>
              <a:defRPr sz="2025" b="1">
                <a:solidFill>
                  <a:srgbClr val="DFF4F2"/>
                </a:solidFill>
                <a:latin typeface="Arial"/>
                <a:ea typeface="Arial"/>
                <a:cs typeface="Arial"/>
              </a:defRPr>
            </a:lvl8pPr>
            <a:lvl9pPr algn="l">
              <a:buNone/>
              <a:defRPr sz="2025" b="1">
                <a:solidFill>
                  <a:srgbClr val="DFF4F2"/>
                </a:solidFill>
                <a:latin typeface="Arial"/>
                <a:ea typeface="Arial"/>
                <a:cs typeface="Arial"/>
              </a:defRPr>
            </a:lvl9pPr>
          </a:lstStyle>
          <a:p>
            <a:pPr algn="l">
              <a:buNone/>
              <a:defRPr sz="2025" b="1">
                <a:solidFill>
                  <a:srgbClr val="DFF4F2"/>
                </a:solidFill>
                <a:latin typeface="Arial"/>
                <a:ea typeface="Arial"/>
                <a:cs typeface="Arial"/>
              </a:defRPr>
            </a:pPr>
            <a:r>
              <a:rPr sz="2025" b="1">
                <a:solidFill>
                  <a:srgbClr val="DFF4F2"/>
                </a:solidFill>
                <a:latin typeface="Arial"/>
                <a:ea typeface="Arial"/>
                <a:cs typeface="Arial"/>
              </a:rPr>
              <a:t>MailFlow AI</a:t>
            </a:r>
          </a:p>
        </p:txBody>
      </p:sp>
      <p:sp>
        <p:nvSpPr>
          <p:cNvPr id="3" name="직사각형 2">
            <a:extLst>
              <a:ext uri="{FF2B5EF4-FFF2-40B4-BE49-F238E27FC236}">
                <a16:creationId xmlns:a16="http://schemas.microsoft.com/office/drawing/2014/main" id="{4B696A45-C550-46BE-86D9-029DE3ABB05C}"/>
              </a:ext>
            </a:extLst>
          </p:cNvPr>
          <p:cNvSpPr>
            <a:spLocks noGrp="1"/>
          </p:cNvSpPr>
          <p:nvPr/>
        </p:nvSpPr>
        <p:spPr>
          <a:xfrm>
            <a:off x="819150" y="1638300"/>
            <a:ext cx="9334500" cy="914400"/>
          </a:xfrm>
          <a:prstGeom prst="rect">
            <a:avLst/>
          </a:prstGeom>
          <a:noFill/>
          <a:ln w="0">
            <a:noFill/>
            <a:prstDash val="solid"/>
          </a:ln>
        </p:spPr>
        <p:txBody>
          <a:bodyPr wrap="square" lIns="0" tIns="0" rIns="0" bIns="0" anchor="t">
            <a:normAutofit/>
          </a:bodyPr>
          <a:lstStyle>
            <a:defPPr algn="l">
              <a:defRPr sz="4350" b="1">
                <a:solidFill>
                  <a:srgbClr val="FFFFFF"/>
                </a:solidFill>
                <a:latin typeface="Arial"/>
                <a:ea typeface="Arial"/>
                <a:cs typeface="Arial"/>
              </a:defRPr>
            </a:defPPr>
            <a:lvl1pPr algn="l">
              <a:buNone/>
              <a:defRPr sz="4350" b="1">
                <a:solidFill>
                  <a:srgbClr val="FFFFFF"/>
                </a:solidFill>
                <a:latin typeface="Arial"/>
                <a:ea typeface="Arial"/>
                <a:cs typeface="Arial"/>
              </a:defRPr>
            </a:lvl1pPr>
            <a:lvl2pPr algn="l">
              <a:buNone/>
              <a:defRPr sz="4350" b="1">
                <a:solidFill>
                  <a:srgbClr val="FFFFFF"/>
                </a:solidFill>
                <a:latin typeface="Arial"/>
                <a:ea typeface="Arial"/>
                <a:cs typeface="Arial"/>
              </a:defRPr>
            </a:lvl2pPr>
            <a:lvl3pPr algn="l">
              <a:buNone/>
              <a:defRPr sz="4350" b="1">
                <a:solidFill>
                  <a:srgbClr val="FFFFFF"/>
                </a:solidFill>
                <a:latin typeface="Arial"/>
                <a:ea typeface="Arial"/>
                <a:cs typeface="Arial"/>
              </a:defRPr>
            </a:lvl3pPr>
            <a:lvl4pPr algn="l">
              <a:buNone/>
              <a:defRPr sz="4350" b="1">
                <a:solidFill>
                  <a:srgbClr val="FFFFFF"/>
                </a:solidFill>
                <a:latin typeface="Arial"/>
                <a:ea typeface="Arial"/>
                <a:cs typeface="Arial"/>
              </a:defRPr>
            </a:lvl4pPr>
            <a:lvl5pPr algn="l">
              <a:buNone/>
              <a:defRPr sz="4350" b="1">
                <a:solidFill>
                  <a:srgbClr val="FFFFFF"/>
                </a:solidFill>
                <a:latin typeface="Arial"/>
                <a:ea typeface="Arial"/>
                <a:cs typeface="Arial"/>
              </a:defRPr>
            </a:lvl5pPr>
            <a:lvl6pPr algn="l">
              <a:buNone/>
              <a:defRPr sz="4350" b="1">
                <a:solidFill>
                  <a:srgbClr val="FFFFFF"/>
                </a:solidFill>
                <a:latin typeface="Arial"/>
                <a:ea typeface="Arial"/>
                <a:cs typeface="Arial"/>
              </a:defRPr>
            </a:lvl6pPr>
            <a:lvl7pPr algn="l">
              <a:buNone/>
              <a:defRPr sz="4350" b="1">
                <a:solidFill>
                  <a:srgbClr val="FFFFFF"/>
                </a:solidFill>
                <a:latin typeface="Arial"/>
                <a:ea typeface="Arial"/>
                <a:cs typeface="Arial"/>
              </a:defRPr>
            </a:lvl7pPr>
            <a:lvl8pPr algn="l">
              <a:buNone/>
              <a:defRPr sz="4350" b="1">
                <a:solidFill>
                  <a:srgbClr val="FFFFFF"/>
                </a:solidFill>
                <a:latin typeface="Arial"/>
                <a:ea typeface="Arial"/>
                <a:cs typeface="Arial"/>
              </a:defRPr>
            </a:lvl8pPr>
            <a:lvl9pPr algn="l">
              <a:buNone/>
              <a:defRPr sz="4350" b="1">
                <a:solidFill>
                  <a:srgbClr val="FFFFFF"/>
                </a:solidFill>
                <a:latin typeface="Arial"/>
                <a:ea typeface="Arial"/>
                <a:cs typeface="Arial"/>
              </a:defRPr>
            </a:lvl9pPr>
          </a:lstStyle>
          <a:p>
            <a:pPr algn="l">
              <a:buNone/>
              <a:defRPr sz="4350" b="1">
                <a:solidFill>
                  <a:srgbClr val="FFFFFF"/>
                </a:solidFill>
                <a:latin typeface="Arial"/>
                <a:ea typeface="Arial"/>
                <a:cs typeface="Arial"/>
              </a:defRPr>
            </a:pPr>
            <a:r>
              <a:rPr sz="4350" b="1">
                <a:solidFill>
                  <a:srgbClr val="FFFFFF"/>
                </a:solidFill>
                <a:latin typeface="Arial"/>
                <a:ea typeface="Arial"/>
                <a:cs typeface="Arial"/>
              </a:rPr>
              <a:t>API and Data Flow Design</a:t>
            </a:r>
          </a:p>
        </p:txBody>
      </p:sp>
      <p:sp>
        <p:nvSpPr>
          <p:cNvPr id="4" name="직사각형 3">
            <a:extLst>
              <a:ext uri="{FF2B5EF4-FFF2-40B4-BE49-F238E27FC236}">
                <a16:creationId xmlns:a16="http://schemas.microsoft.com/office/drawing/2014/main" id="{28EDAC27-B026-4A4C-8B31-406F384BCBE7}"/>
              </a:ext>
            </a:extLst>
          </p:cNvPr>
          <p:cNvSpPr>
            <a:spLocks noGrp="1"/>
          </p:cNvSpPr>
          <p:nvPr/>
        </p:nvSpPr>
        <p:spPr>
          <a:xfrm>
            <a:off x="857250" y="2819400"/>
            <a:ext cx="8572500" cy="476250"/>
          </a:xfrm>
          <a:prstGeom prst="rect">
            <a:avLst/>
          </a:prstGeom>
          <a:noFill/>
          <a:ln w="0">
            <a:noFill/>
            <a:prstDash val="solid"/>
          </a:ln>
        </p:spPr>
        <p:txBody>
          <a:bodyPr wrap="square" lIns="0" tIns="0" rIns="0" bIns="0" anchor="t">
            <a:normAutofit/>
          </a:bodyPr>
          <a:lstStyle>
            <a:defPPr algn="l">
              <a:defRPr sz="1950" b="0">
                <a:solidFill>
                  <a:srgbClr val="C8D8E8"/>
                </a:solidFill>
                <a:latin typeface="Arial"/>
                <a:ea typeface="Arial"/>
                <a:cs typeface="Arial"/>
              </a:defRPr>
            </a:defPPr>
            <a:lvl1pPr algn="l">
              <a:buNone/>
              <a:defRPr sz="1950" b="0">
                <a:solidFill>
                  <a:srgbClr val="C8D8E8"/>
                </a:solidFill>
                <a:latin typeface="Arial"/>
                <a:ea typeface="Arial"/>
                <a:cs typeface="Arial"/>
              </a:defRPr>
            </a:lvl1pPr>
            <a:lvl2pPr algn="l">
              <a:buNone/>
              <a:defRPr sz="1950" b="0">
                <a:solidFill>
                  <a:srgbClr val="C8D8E8"/>
                </a:solidFill>
                <a:latin typeface="Arial"/>
                <a:ea typeface="Arial"/>
                <a:cs typeface="Arial"/>
              </a:defRPr>
            </a:lvl2pPr>
            <a:lvl3pPr algn="l">
              <a:buNone/>
              <a:defRPr sz="1950" b="0">
                <a:solidFill>
                  <a:srgbClr val="C8D8E8"/>
                </a:solidFill>
                <a:latin typeface="Arial"/>
                <a:ea typeface="Arial"/>
                <a:cs typeface="Arial"/>
              </a:defRPr>
            </a:lvl3pPr>
            <a:lvl4pPr algn="l">
              <a:buNone/>
              <a:defRPr sz="1950" b="0">
                <a:solidFill>
                  <a:srgbClr val="C8D8E8"/>
                </a:solidFill>
                <a:latin typeface="Arial"/>
                <a:ea typeface="Arial"/>
                <a:cs typeface="Arial"/>
              </a:defRPr>
            </a:lvl4pPr>
            <a:lvl5pPr algn="l">
              <a:buNone/>
              <a:defRPr sz="1950" b="0">
                <a:solidFill>
                  <a:srgbClr val="C8D8E8"/>
                </a:solidFill>
                <a:latin typeface="Arial"/>
                <a:ea typeface="Arial"/>
                <a:cs typeface="Arial"/>
              </a:defRPr>
            </a:lvl5pPr>
            <a:lvl6pPr algn="l">
              <a:buNone/>
              <a:defRPr sz="1950" b="0">
                <a:solidFill>
                  <a:srgbClr val="C8D8E8"/>
                </a:solidFill>
                <a:latin typeface="Arial"/>
                <a:ea typeface="Arial"/>
                <a:cs typeface="Arial"/>
              </a:defRPr>
            </a:lvl6pPr>
            <a:lvl7pPr algn="l">
              <a:buNone/>
              <a:defRPr sz="1950" b="0">
                <a:solidFill>
                  <a:srgbClr val="C8D8E8"/>
                </a:solidFill>
                <a:latin typeface="Arial"/>
                <a:ea typeface="Arial"/>
                <a:cs typeface="Arial"/>
              </a:defRPr>
            </a:lvl7pPr>
            <a:lvl8pPr algn="l">
              <a:buNone/>
              <a:defRPr sz="1950" b="0">
                <a:solidFill>
                  <a:srgbClr val="C8D8E8"/>
                </a:solidFill>
                <a:latin typeface="Arial"/>
                <a:ea typeface="Arial"/>
                <a:cs typeface="Arial"/>
              </a:defRPr>
            </a:lvl8pPr>
            <a:lvl9pPr algn="l">
              <a:buNone/>
              <a:defRPr sz="1950" b="0">
                <a:solidFill>
                  <a:srgbClr val="C8D8E8"/>
                </a:solidFill>
                <a:latin typeface="Arial"/>
                <a:ea typeface="Arial"/>
                <a:cs typeface="Arial"/>
              </a:defRPr>
            </a:lvl9pPr>
          </a:lstStyle>
          <a:p>
            <a:pPr algn="l">
              <a:buNone/>
              <a:defRPr sz="1950" b="0">
                <a:solidFill>
                  <a:srgbClr val="C8D8E8"/>
                </a:solidFill>
                <a:latin typeface="Arial"/>
                <a:ea typeface="Arial"/>
                <a:cs typeface="Arial"/>
              </a:defRPr>
            </a:pPr>
            <a:r>
              <a:rPr sz="1950" b="0">
                <a:solidFill>
                  <a:srgbClr val="C8D8E8"/>
                </a:solidFill>
                <a:latin typeface="Arial"/>
                <a:ea typeface="Arial"/>
                <a:cs typeface="Arial"/>
              </a:rPr>
              <a:t>Current Gmail core and planned AI Draft and Calendar services</a:t>
            </a:r>
          </a:p>
        </p:txBody>
      </p:sp>
      <p:sp>
        <p:nvSpPr>
          <p:cNvPr id="5" name="직선 연결선 4">
            <a:extLst>
              <a:ext uri="{FF2B5EF4-FFF2-40B4-BE49-F238E27FC236}">
                <a16:creationId xmlns:a16="http://schemas.microsoft.com/office/drawing/2014/main" id="{46070E5A-13B4-41C3-98FA-CBADE7F276E8}"/>
              </a:ext>
            </a:extLst>
          </p:cNvPr>
          <p:cNvSpPr>
            <a:spLocks noGrp="1"/>
          </p:cNvSpPr>
          <p:nvPr/>
        </p:nvSpPr>
        <p:spPr>
          <a:xfrm>
            <a:off x="857250" y="3676650"/>
            <a:ext cx="2857500" cy="0"/>
          </a:xfrm>
          <a:prstGeom prst="line">
            <a:avLst/>
          </a:prstGeom>
          <a:noFill/>
          <a:ln w="47625">
            <a:solidFill>
              <a:srgbClr val="008C8C"/>
            </a:solidFill>
            <a:prstDash val="solid"/>
          </a:ln>
        </p:spPr>
        <p:txBody>
          <a:bodyPr/>
          <a:lstStyle/>
          <a:p>
            <a:endParaRPr lang="ko-KR" altLang="en-US"/>
          </a:p>
        </p:txBody>
      </p:sp>
      <p:sp>
        <p:nvSpPr>
          <p:cNvPr id="6" name="직사각형 5">
            <a:extLst>
              <a:ext uri="{FF2B5EF4-FFF2-40B4-BE49-F238E27FC236}">
                <a16:creationId xmlns:a16="http://schemas.microsoft.com/office/drawing/2014/main" id="{A82DD2B6-1F9C-4CC2-BE9D-5A222B55FBA2}"/>
              </a:ext>
            </a:extLst>
          </p:cNvPr>
          <p:cNvSpPr>
            <a:spLocks noGrp="1"/>
          </p:cNvSpPr>
          <p:nvPr/>
        </p:nvSpPr>
        <p:spPr>
          <a:xfrm>
            <a:off x="857250" y="4095750"/>
            <a:ext cx="5905500" cy="323850"/>
          </a:xfrm>
          <a:prstGeom prst="rect">
            <a:avLst/>
          </a:prstGeom>
          <a:noFill/>
          <a:ln w="0">
            <a:noFill/>
            <a:prstDash val="solid"/>
          </a:ln>
        </p:spPr>
        <p:txBody>
          <a:bodyPr wrap="square" lIns="0" tIns="0" rIns="0" bIns="0" anchor="t">
            <a:normAutofit/>
          </a:bodyPr>
          <a:lstStyle>
            <a:defPPr algn="l">
              <a:defRPr sz="1650" b="0">
                <a:solidFill>
                  <a:srgbClr val="FFFFFF"/>
                </a:solidFill>
                <a:latin typeface="Arial"/>
                <a:ea typeface="Arial"/>
                <a:cs typeface="Arial"/>
              </a:defRPr>
            </a:defPPr>
            <a:lvl1pPr algn="l">
              <a:buNone/>
              <a:defRPr sz="1650" b="0">
                <a:solidFill>
                  <a:srgbClr val="FFFFFF"/>
                </a:solidFill>
                <a:latin typeface="Arial"/>
                <a:ea typeface="Arial"/>
                <a:cs typeface="Arial"/>
              </a:defRPr>
            </a:lvl1pPr>
            <a:lvl2pPr algn="l">
              <a:buNone/>
              <a:defRPr sz="1650" b="0">
                <a:solidFill>
                  <a:srgbClr val="FFFFFF"/>
                </a:solidFill>
                <a:latin typeface="Arial"/>
                <a:ea typeface="Arial"/>
                <a:cs typeface="Arial"/>
              </a:defRPr>
            </a:lvl2pPr>
            <a:lvl3pPr algn="l">
              <a:buNone/>
              <a:defRPr sz="1650" b="0">
                <a:solidFill>
                  <a:srgbClr val="FFFFFF"/>
                </a:solidFill>
                <a:latin typeface="Arial"/>
                <a:ea typeface="Arial"/>
                <a:cs typeface="Arial"/>
              </a:defRPr>
            </a:lvl3pPr>
            <a:lvl4pPr algn="l">
              <a:buNone/>
              <a:defRPr sz="1650" b="0">
                <a:solidFill>
                  <a:srgbClr val="FFFFFF"/>
                </a:solidFill>
                <a:latin typeface="Arial"/>
                <a:ea typeface="Arial"/>
                <a:cs typeface="Arial"/>
              </a:defRPr>
            </a:lvl4pPr>
            <a:lvl5pPr algn="l">
              <a:buNone/>
              <a:defRPr sz="1650" b="0">
                <a:solidFill>
                  <a:srgbClr val="FFFFFF"/>
                </a:solidFill>
                <a:latin typeface="Arial"/>
                <a:ea typeface="Arial"/>
                <a:cs typeface="Arial"/>
              </a:defRPr>
            </a:lvl5pPr>
            <a:lvl6pPr algn="l">
              <a:buNone/>
              <a:defRPr sz="1650" b="0">
                <a:solidFill>
                  <a:srgbClr val="FFFFFF"/>
                </a:solidFill>
                <a:latin typeface="Arial"/>
                <a:ea typeface="Arial"/>
                <a:cs typeface="Arial"/>
              </a:defRPr>
            </a:lvl6pPr>
            <a:lvl7pPr algn="l">
              <a:buNone/>
              <a:defRPr sz="1650" b="0">
                <a:solidFill>
                  <a:srgbClr val="FFFFFF"/>
                </a:solidFill>
                <a:latin typeface="Arial"/>
                <a:ea typeface="Arial"/>
                <a:cs typeface="Arial"/>
              </a:defRPr>
            </a:lvl7pPr>
            <a:lvl8pPr algn="l">
              <a:buNone/>
              <a:defRPr sz="1650" b="0">
                <a:solidFill>
                  <a:srgbClr val="FFFFFF"/>
                </a:solidFill>
                <a:latin typeface="Arial"/>
                <a:ea typeface="Arial"/>
                <a:cs typeface="Arial"/>
              </a:defRPr>
            </a:lvl8pPr>
            <a:lvl9pPr algn="l">
              <a:buNone/>
              <a:defRPr sz="1650" b="0">
                <a:solidFill>
                  <a:srgbClr val="FFFFFF"/>
                </a:solidFill>
                <a:latin typeface="Arial"/>
                <a:ea typeface="Arial"/>
                <a:cs typeface="Arial"/>
              </a:defRPr>
            </a:lvl9p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Donghyun Lim  ·  Seunghoon Jang</a:t>
            </a:r>
          </a:p>
        </p:txBody>
      </p:sp>
      <p:sp>
        <p:nvSpPr>
          <p:cNvPr id="7" name="직사각형 6">
            <a:extLst>
              <a:ext uri="{FF2B5EF4-FFF2-40B4-BE49-F238E27FC236}">
                <a16:creationId xmlns:a16="http://schemas.microsoft.com/office/drawing/2014/main" id="{0091CE98-0573-49EA-8746-3E4D0E937F6B}"/>
              </a:ext>
            </a:extLst>
          </p:cNvPr>
          <p:cNvSpPr>
            <a:spLocks noGrp="1"/>
          </p:cNvSpPr>
          <p:nvPr/>
        </p:nvSpPr>
        <p:spPr>
          <a:xfrm>
            <a:off x="857250" y="4514850"/>
            <a:ext cx="4572000" cy="285750"/>
          </a:xfrm>
          <a:prstGeom prst="rect">
            <a:avLst/>
          </a:prstGeom>
          <a:noFill/>
          <a:ln w="0">
            <a:noFill/>
            <a:prstDash val="solid"/>
          </a:ln>
        </p:spPr>
        <p:txBody>
          <a:bodyPr wrap="square" lIns="0" tIns="0" rIns="0" bIns="0" anchor="t">
            <a:normAutofit/>
          </a:bodyPr>
          <a:lstStyle>
            <a:defPPr algn="l">
              <a:defRPr sz="1350" b="0">
                <a:solidFill>
                  <a:srgbClr val="9FB3C8"/>
                </a:solidFill>
                <a:latin typeface="Arial"/>
                <a:ea typeface="Arial"/>
                <a:cs typeface="Arial"/>
              </a:defRPr>
            </a:defPPr>
            <a:lvl1pPr algn="l">
              <a:buNone/>
              <a:defRPr sz="1350" b="0">
                <a:solidFill>
                  <a:srgbClr val="9FB3C8"/>
                </a:solidFill>
                <a:latin typeface="Arial"/>
                <a:ea typeface="Arial"/>
                <a:cs typeface="Arial"/>
              </a:defRPr>
            </a:lvl1pPr>
            <a:lvl2pPr algn="l">
              <a:buNone/>
              <a:defRPr sz="1350" b="0">
                <a:solidFill>
                  <a:srgbClr val="9FB3C8"/>
                </a:solidFill>
                <a:latin typeface="Arial"/>
                <a:ea typeface="Arial"/>
                <a:cs typeface="Arial"/>
              </a:defRPr>
            </a:lvl2pPr>
            <a:lvl3pPr algn="l">
              <a:buNone/>
              <a:defRPr sz="1350" b="0">
                <a:solidFill>
                  <a:srgbClr val="9FB3C8"/>
                </a:solidFill>
                <a:latin typeface="Arial"/>
                <a:ea typeface="Arial"/>
                <a:cs typeface="Arial"/>
              </a:defRPr>
            </a:lvl3pPr>
            <a:lvl4pPr algn="l">
              <a:buNone/>
              <a:defRPr sz="1350" b="0">
                <a:solidFill>
                  <a:srgbClr val="9FB3C8"/>
                </a:solidFill>
                <a:latin typeface="Arial"/>
                <a:ea typeface="Arial"/>
                <a:cs typeface="Arial"/>
              </a:defRPr>
            </a:lvl4pPr>
            <a:lvl5pPr algn="l">
              <a:buNone/>
              <a:defRPr sz="1350" b="0">
                <a:solidFill>
                  <a:srgbClr val="9FB3C8"/>
                </a:solidFill>
                <a:latin typeface="Arial"/>
                <a:ea typeface="Arial"/>
                <a:cs typeface="Arial"/>
              </a:defRPr>
            </a:lvl5pPr>
            <a:lvl6pPr algn="l">
              <a:buNone/>
              <a:defRPr sz="1350" b="0">
                <a:solidFill>
                  <a:srgbClr val="9FB3C8"/>
                </a:solidFill>
                <a:latin typeface="Arial"/>
                <a:ea typeface="Arial"/>
                <a:cs typeface="Arial"/>
              </a:defRPr>
            </a:lvl6pPr>
            <a:lvl7pPr algn="l">
              <a:buNone/>
              <a:defRPr sz="1350" b="0">
                <a:solidFill>
                  <a:srgbClr val="9FB3C8"/>
                </a:solidFill>
                <a:latin typeface="Arial"/>
                <a:ea typeface="Arial"/>
                <a:cs typeface="Arial"/>
              </a:defRPr>
            </a:lvl7pPr>
            <a:lvl8pPr algn="l">
              <a:buNone/>
              <a:defRPr sz="1350" b="0">
                <a:solidFill>
                  <a:srgbClr val="9FB3C8"/>
                </a:solidFill>
                <a:latin typeface="Arial"/>
                <a:ea typeface="Arial"/>
                <a:cs typeface="Arial"/>
              </a:defRPr>
            </a:lvl8pPr>
            <a:lvl9pPr algn="l">
              <a:buNone/>
              <a:defRPr sz="1350" b="0">
                <a:solidFill>
                  <a:srgbClr val="9FB3C8"/>
                </a:solidFill>
                <a:latin typeface="Arial"/>
                <a:ea typeface="Arial"/>
                <a:cs typeface="Arial"/>
              </a:defRPr>
            </a:lvl9pPr>
          </a:lstStyle>
          <a:p>
            <a:pPr algn="l">
              <a:buNone/>
              <a:defRPr sz="1350" b="0">
                <a:solidFill>
                  <a:srgbClr val="9FB3C8"/>
                </a:solidFill>
                <a:latin typeface="Arial"/>
                <a:ea typeface="Arial"/>
                <a:cs typeface="Arial"/>
              </a:defRPr>
            </a:pPr>
            <a:r>
              <a:rPr sz="1350" b="0">
                <a:solidFill>
                  <a:srgbClr val="9FB3C8"/>
                </a:solidFill>
                <a:latin typeface="Arial"/>
                <a:ea typeface="Arial"/>
                <a:cs typeface="Arial"/>
              </a:rPr>
              <a:t>CSE 416  |  Software Design</a:t>
            </a:r>
          </a:p>
        </p:txBody>
      </p:sp>
      <p:sp>
        <p:nvSpPr>
          <p:cNvPr id="8" name="직사각형 7">
            <a:extLst>
              <a:ext uri="{FF2B5EF4-FFF2-40B4-BE49-F238E27FC236}">
                <a16:creationId xmlns:a16="http://schemas.microsoft.com/office/drawing/2014/main" id="{97E3CD41-326D-420A-AFF5-EECCA205A08B}"/>
              </a:ext>
            </a:extLst>
          </p:cNvPr>
          <p:cNvSpPr>
            <a:spLocks noGrp="1"/>
          </p:cNvSpPr>
          <p:nvPr/>
        </p:nvSpPr>
        <p:spPr>
          <a:xfrm>
            <a:off x="8991600" y="5905500"/>
            <a:ext cx="2381250" cy="228600"/>
          </a:xfrm>
          <a:prstGeom prst="rect">
            <a:avLst/>
          </a:prstGeom>
          <a:noFill/>
          <a:ln w="0">
            <a:noFill/>
            <a:prstDash val="solid"/>
          </a:ln>
        </p:spPr>
        <p:txBody>
          <a:bodyPr wrap="square" lIns="0" tIns="0" rIns="0" bIns="0" anchor="t">
            <a:normAutofit/>
          </a:bodyPr>
          <a:lstStyle>
            <a:defPPr algn="r">
              <a:defRPr sz="1125" b="1">
                <a:solidFill>
                  <a:srgbClr val="DFF4F2"/>
                </a:solidFill>
                <a:latin typeface="Arial"/>
                <a:ea typeface="Arial"/>
                <a:cs typeface="Arial"/>
              </a:defRPr>
            </a:defPPr>
            <a:lvl1pPr algn="r">
              <a:buNone/>
              <a:defRPr sz="1125" b="1">
                <a:solidFill>
                  <a:srgbClr val="DFF4F2"/>
                </a:solidFill>
                <a:latin typeface="Arial"/>
                <a:ea typeface="Arial"/>
                <a:cs typeface="Arial"/>
              </a:defRPr>
            </a:lvl1pPr>
            <a:lvl2pPr algn="r">
              <a:buNone/>
              <a:defRPr sz="1125" b="1">
                <a:solidFill>
                  <a:srgbClr val="DFF4F2"/>
                </a:solidFill>
                <a:latin typeface="Arial"/>
                <a:ea typeface="Arial"/>
                <a:cs typeface="Arial"/>
              </a:defRPr>
            </a:lvl2pPr>
            <a:lvl3pPr algn="r">
              <a:buNone/>
              <a:defRPr sz="1125" b="1">
                <a:solidFill>
                  <a:srgbClr val="DFF4F2"/>
                </a:solidFill>
                <a:latin typeface="Arial"/>
                <a:ea typeface="Arial"/>
                <a:cs typeface="Arial"/>
              </a:defRPr>
            </a:lvl3pPr>
            <a:lvl4pPr algn="r">
              <a:buNone/>
              <a:defRPr sz="1125" b="1">
                <a:solidFill>
                  <a:srgbClr val="DFF4F2"/>
                </a:solidFill>
                <a:latin typeface="Arial"/>
                <a:ea typeface="Arial"/>
                <a:cs typeface="Arial"/>
              </a:defRPr>
            </a:lvl4pPr>
            <a:lvl5pPr algn="r">
              <a:buNone/>
              <a:defRPr sz="1125" b="1">
                <a:solidFill>
                  <a:srgbClr val="DFF4F2"/>
                </a:solidFill>
                <a:latin typeface="Arial"/>
                <a:ea typeface="Arial"/>
                <a:cs typeface="Arial"/>
              </a:defRPr>
            </a:lvl5pPr>
            <a:lvl6pPr algn="r">
              <a:buNone/>
              <a:defRPr sz="1125" b="1">
                <a:solidFill>
                  <a:srgbClr val="DFF4F2"/>
                </a:solidFill>
                <a:latin typeface="Arial"/>
                <a:ea typeface="Arial"/>
                <a:cs typeface="Arial"/>
              </a:defRPr>
            </a:lvl6pPr>
            <a:lvl7pPr algn="r">
              <a:buNone/>
              <a:defRPr sz="1125" b="1">
                <a:solidFill>
                  <a:srgbClr val="DFF4F2"/>
                </a:solidFill>
                <a:latin typeface="Arial"/>
                <a:ea typeface="Arial"/>
                <a:cs typeface="Arial"/>
              </a:defRPr>
            </a:lvl7pPr>
            <a:lvl8pPr algn="r">
              <a:buNone/>
              <a:defRPr sz="1125" b="1">
                <a:solidFill>
                  <a:srgbClr val="DFF4F2"/>
                </a:solidFill>
                <a:latin typeface="Arial"/>
                <a:ea typeface="Arial"/>
                <a:cs typeface="Arial"/>
              </a:defRPr>
            </a:lvl8pPr>
            <a:lvl9pPr algn="r">
              <a:buNone/>
              <a:defRPr sz="1125" b="1">
                <a:solidFill>
                  <a:srgbClr val="DFF4F2"/>
                </a:solidFill>
                <a:latin typeface="Arial"/>
                <a:ea typeface="Arial"/>
                <a:cs typeface="Arial"/>
              </a:defRPr>
            </a:lvl9pPr>
          </a:lstStyle>
          <a:p>
            <a:pPr algn="r">
              <a:buNone/>
              <a:defRPr sz="1125" b="1">
                <a:solidFill>
                  <a:srgbClr val="DFF4F2"/>
                </a:solidFill>
                <a:latin typeface="Arial"/>
                <a:ea typeface="Arial"/>
                <a:cs typeface="Arial"/>
              </a:defRPr>
            </a:pPr>
            <a:r>
              <a:rPr sz="1125" b="1">
                <a:solidFill>
                  <a:srgbClr val="DFF4F2"/>
                </a:solidFill>
                <a:latin typeface="Arial"/>
                <a:ea typeface="Arial"/>
                <a:cs typeface="Arial"/>
              </a:rPr>
              <a:t>OCTOBER 26, 2026</a:t>
            </a:r>
          </a:p>
        </p:txBody>
      </p:sp>
    </p:spTree>
    <p:extLst>
      <p:ext uri="{BB962C8B-B14F-4D97-AF65-F5344CB8AC3E}">
        <p14:creationId xmlns:p14="http://schemas.microsoft.com/office/powerpoint/2010/main" val="1028957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1D242E38-79AA-49F7-88B4-400FE05E8A65}"/>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Critical functions</a:t>
            </a:r>
          </a:p>
        </p:txBody>
      </p:sp>
      <p:sp>
        <p:nvSpPr>
          <p:cNvPr id="2" name="직사각형 1">
            <a:extLst>
              <a:ext uri="{FF2B5EF4-FFF2-40B4-BE49-F238E27FC236}">
                <a16:creationId xmlns:a16="http://schemas.microsoft.com/office/drawing/2014/main" id="{A34E8448-380A-4775-8DE2-0BCF0AF6DDCE}"/>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The Gmail and priority workflow exists today; AI Draft and Calendar remain planned</a:t>
            </a:r>
          </a:p>
        </p:txBody>
      </p:sp>
      <p:sp>
        <p:nvSpPr>
          <p:cNvPr id="3" name="직선 연결선 2">
            <a:extLst>
              <a:ext uri="{FF2B5EF4-FFF2-40B4-BE49-F238E27FC236}">
                <a16:creationId xmlns:a16="http://schemas.microsoft.com/office/drawing/2014/main" id="{B99BF002-C1CE-4247-B294-5EF65CD86DF2}"/>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F484A164-2E88-4D42-9D4C-254725A29A3B}"/>
              </a:ext>
            </a:extLst>
          </p:cNvPr>
          <p:cNvSpPr>
            <a:spLocks noGrp="1"/>
          </p:cNvSpPr>
          <p:nvPr/>
        </p:nvSpPr>
        <p:spPr>
          <a:xfrm>
            <a:off x="723900" y="1733550"/>
            <a:ext cx="1714500" cy="228600"/>
          </a:xfrm>
          <a:prstGeom prst="rect">
            <a:avLst/>
          </a:prstGeom>
          <a:noFill/>
          <a:ln w="0">
            <a:noFill/>
            <a:prstDash val="solid"/>
          </a:ln>
        </p:spPr>
        <p:txBody>
          <a:bodyPr wrap="square" lIns="0" tIns="0" rIns="0" bIns="0" anchor="t">
            <a:normAutofit/>
          </a:bodyPr>
          <a:lstStyle>
            <a:defPPr algn="l">
              <a:defRPr sz="1125" b="1">
                <a:solidFill>
                  <a:srgbClr val="008C8C"/>
                </a:solidFill>
                <a:latin typeface="Arial"/>
                <a:ea typeface="Arial"/>
                <a:cs typeface="Arial"/>
              </a:defRPr>
            </a:defPPr>
            <a:lvl1pPr algn="l">
              <a:buNone/>
              <a:defRPr sz="1125" b="1">
                <a:solidFill>
                  <a:srgbClr val="008C8C"/>
                </a:solidFill>
                <a:latin typeface="Arial"/>
                <a:ea typeface="Arial"/>
                <a:cs typeface="Arial"/>
              </a:defRPr>
            </a:lvl1pPr>
            <a:lvl2pPr algn="l">
              <a:buNone/>
              <a:defRPr sz="1125" b="1">
                <a:solidFill>
                  <a:srgbClr val="008C8C"/>
                </a:solidFill>
                <a:latin typeface="Arial"/>
                <a:ea typeface="Arial"/>
                <a:cs typeface="Arial"/>
              </a:defRPr>
            </a:lvl2pPr>
            <a:lvl3pPr algn="l">
              <a:buNone/>
              <a:defRPr sz="1125" b="1">
                <a:solidFill>
                  <a:srgbClr val="008C8C"/>
                </a:solidFill>
                <a:latin typeface="Arial"/>
                <a:ea typeface="Arial"/>
                <a:cs typeface="Arial"/>
              </a:defRPr>
            </a:lvl3pPr>
            <a:lvl4pPr algn="l">
              <a:buNone/>
              <a:defRPr sz="1125" b="1">
                <a:solidFill>
                  <a:srgbClr val="008C8C"/>
                </a:solidFill>
                <a:latin typeface="Arial"/>
                <a:ea typeface="Arial"/>
                <a:cs typeface="Arial"/>
              </a:defRPr>
            </a:lvl4pPr>
            <a:lvl5pPr algn="l">
              <a:buNone/>
              <a:defRPr sz="1125" b="1">
                <a:solidFill>
                  <a:srgbClr val="008C8C"/>
                </a:solidFill>
                <a:latin typeface="Arial"/>
                <a:ea typeface="Arial"/>
                <a:cs typeface="Arial"/>
              </a:defRPr>
            </a:lvl5pPr>
            <a:lvl6pPr algn="l">
              <a:buNone/>
              <a:defRPr sz="1125" b="1">
                <a:solidFill>
                  <a:srgbClr val="008C8C"/>
                </a:solidFill>
                <a:latin typeface="Arial"/>
                <a:ea typeface="Arial"/>
                <a:cs typeface="Arial"/>
              </a:defRPr>
            </a:lvl6pPr>
            <a:lvl7pPr algn="l">
              <a:buNone/>
              <a:defRPr sz="1125" b="1">
                <a:solidFill>
                  <a:srgbClr val="008C8C"/>
                </a:solidFill>
                <a:latin typeface="Arial"/>
                <a:ea typeface="Arial"/>
                <a:cs typeface="Arial"/>
              </a:defRPr>
            </a:lvl7pPr>
            <a:lvl8pPr algn="l">
              <a:buNone/>
              <a:defRPr sz="1125" b="1">
                <a:solidFill>
                  <a:srgbClr val="008C8C"/>
                </a:solidFill>
                <a:latin typeface="Arial"/>
                <a:ea typeface="Arial"/>
                <a:cs typeface="Arial"/>
              </a:defRPr>
            </a:lvl8pPr>
            <a:lvl9pPr algn="l">
              <a:buNone/>
              <a:defRPr sz="1125" b="1">
                <a:solidFill>
                  <a:srgbClr val="008C8C"/>
                </a:solidFill>
                <a:latin typeface="Arial"/>
                <a:ea typeface="Arial"/>
                <a:cs typeface="Arial"/>
              </a:defRPr>
            </a:lvl9pPr>
          </a:lstStyle>
          <a:p>
            <a:pPr algn="l">
              <a:buNone/>
              <a:defRPr sz="1125" b="1">
                <a:solidFill>
                  <a:srgbClr val="008C8C"/>
                </a:solidFill>
                <a:latin typeface="Arial"/>
                <a:ea typeface="Arial"/>
                <a:cs typeface="Arial"/>
              </a:defRPr>
            </a:pPr>
            <a:r>
              <a:rPr sz="1125" b="1">
                <a:solidFill>
                  <a:srgbClr val="008C8C"/>
                </a:solidFill>
                <a:latin typeface="Arial"/>
                <a:ea typeface="Arial"/>
                <a:cs typeface="Arial"/>
              </a:rPr>
              <a:t>CURRENT</a:t>
            </a:r>
          </a:p>
        </p:txBody>
      </p:sp>
      <p:sp>
        <p:nvSpPr>
          <p:cNvPr id="5" name="직선 연결선 4">
            <a:extLst>
              <a:ext uri="{FF2B5EF4-FFF2-40B4-BE49-F238E27FC236}">
                <a16:creationId xmlns:a16="http://schemas.microsoft.com/office/drawing/2014/main" id="{3602B50A-5700-4F9F-8EBE-F6425CD1644D}"/>
              </a:ext>
            </a:extLst>
          </p:cNvPr>
          <p:cNvSpPr>
            <a:spLocks noGrp="1"/>
          </p:cNvSpPr>
          <p:nvPr/>
        </p:nvSpPr>
        <p:spPr>
          <a:xfrm>
            <a:off x="723900" y="2000250"/>
            <a:ext cx="1524000" cy="0"/>
          </a:xfrm>
          <a:prstGeom prst="line">
            <a:avLst/>
          </a:prstGeom>
          <a:noFill/>
          <a:ln w="28575">
            <a:solidFill>
              <a:srgbClr val="008C8C"/>
            </a:solidFill>
            <a:prstDash val="solid"/>
          </a:ln>
        </p:spPr>
        <p:txBody>
          <a:bodyPr/>
          <a:lstStyle/>
          <a:p>
            <a:endParaRPr lang="ko-KR" altLang="en-US"/>
          </a:p>
        </p:txBody>
      </p:sp>
      <p:sp>
        <p:nvSpPr>
          <p:cNvPr id="6" name="직사각형 5">
            <a:extLst>
              <a:ext uri="{FF2B5EF4-FFF2-40B4-BE49-F238E27FC236}">
                <a16:creationId xmlns:a16="http://schemas.microsoft.com/office/drawing/2014/main" id="{4BEC0AEA-092B-4CB2-BD4D-AA3EDFD51AC0}"/>
              </a:ext>
            </a:extLst>
          </p:cNvPr>
          <p:cNvSpPr>
            <a:spLocks noGrp="1"/>
          </p:cNvSpPr>
          <p:nvPr/>
        </p:nvSpPr>
        <p:spPr>
          <a:xfrm>
            <a:off x="742950" y="2247900"/>
            <a:ext cx="4095750" cy="381000"/>
          </a:xfrm>
          <a:prstGeom prst="rect">
            <a:avLst/>
          </a:prstGeom>
          <a:noFill/>
          <a:ln w="0">
            <a:noFill/>
            <a:prstDash val="solid"/>
          </a:ln>
        </p:spPr>
        <p:txBody>
          <a:bodyPr wrap="square" lIns="0" tIns="0" rIns="0" bIns="0" anchor="t">
            <a:normAutofit/>
          </a:bodyPr>
          <a:lstStyle>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a:pPr algn="l">
              <a:buNone/>
              <a:defRPr sz="2175" b="1">
                <a:solidFill>
                  <a:srgbClr val="102A43"/>
                </a:solidFill>
                <a:latin typeface="Arial"/>
                <a:ea typeface="Arial"/>
                <a:cs typeface="Arial"/>
              </a:defRPr>
            </a:pPr>
            <a:r>
              <a:rPr sz="2175" b="1">
                <a:solidFill>
                  <a:srgbClr val="102A43"/>
                </a:solidFill>
                <a:latin typeface="Arial"/>
                <a:ea typeface="Arial"/>
                <a:cs typeface="Arial"/>
              </a:rPr>
              <a:t>Daily Briefing</a:t>
            </a:r>
          </a:p>
        </p:txBody>
      </p:sp>
      <p:sp>
        <p:nvSpPr>
          <p:cNvPr id="7" name="직사각형 6">
            <a:extLst>
              <a:ext uri="{FF2B5EF4-FFF2-40B4-BE49-F238E27FC236}">
                <a16:creationId xmlns:a16="http://schemas.microsoft.com/office/drawing/2014/main" id="{23A2FD48-0B15-4BBC-92F8-6DF531ADC615}"/>
              </a:ext>
            </a:extLst>
          </p:cNvPr>
          <p:cNvSpPr>
            <a:spLocks noGrp="1"/>
          </p:cNvSpPr>
          <p:nvPr/>
        </p:nvSpPr>
        <p:spPr>
          <a:xfrm>
            <a:off x="742950" y="2686050"/>
            <a:ext cx="4476750" cy="723900"/>
          </a:xfrm>
          <a:prstGeom prst="rect">
            <a:avLst/>
          </a:prstGeom>
          <a:noFill/>
          <a:ln w="0">
            <a:noFill/>
            <a:prstDash val="solid"/>
          </a:ln>
        </p:spPr>
        <p:txBody>
          <a:bodyPr wrap="square" lIns="0" tIns="0" rIns="0" bIns="0" anchor="t">
            <a:normAutofit/>
          </a:bodyPr>
          <a:lstStyle>
            <a:defPPr algn="l">
              <a:defRPr sz="1575" b="0">
                <a:solidFill>
                  <a:srgbClr val="1F2933"/>
                </a:solidFill>
                <a:latin typeface="Arial"/>
                <a:ea typeface="Arial"/>
                <a:cs typeface="Arial"/>
              </a:defRPr>
            </a:defPPr>
            <a:lvl1pPr algn="l">
              <a:buNone/>
              <a:defRPr sz="1575" b="0">
                <a:solidFill>
                  <a:srgbClr val="1F2933"/>
                </a:solidFill>
                <a:latin typeface="Arial"/>
                <a:ea typeface="Arial"/>
                <a:cs typeface="Arial"/>
              </a:defRPr>
            </a:lvl1pPr>
            <a:lvl2pPr algn="l">
              <a:buNone/>
              <a:defRPr sz="1575" b="0">
                <a:solidFill>
                  <a:srgbClr val="1F2933"/>
                </a:solidFill>
                <a:latin typeface="Arial"/>
                <a:ea typeface="Arial"/>
                <a:cs typeface="Arial"/>
              </a:defRPr>
            </a:lvl2pPr>
            <a:lvl3pPr algn="l">
              <a:buNone/>
              <a:defRPr sz="1575" b="0">
                <a:solidFill>
                  <a:srgbClr val="1F2933"/>
                </a:solidFill>
                <a:latin typeface="Arial"/>
                <a:ea typeface="Arial"/>
                <a:cs typeface="Arial"/>
              </a:defRPr>
            </a:lvl3pPr>
            <a:lvl4pPr algn="l">
              <a:buNone/>
              <a:defRPr sz="1575" b="0">
                <a:solidFill>
                  <a:srgbClr val="1F2933"/>
                </a:solidFill>
                <a:latin typeface="Arial"/>
                <a:ea typeface="Arial"/>
                <a:cs typeface="Arial"/>
              </a:defRPr>
            </a:lvl4pPr>
            <a:lvl5pPr algn="l">
              <a:buNone/>
              <a:defRPr sz="1575" b="0">
                <a:solidFill>
                  <a:srgbClr val="1F2933"/>
                </a:solidFill>
                <a:latin typeface="Arial"/>
                <a:ea typeface="Arial"/>
                <a:cs typeface="Arial"/>
              </a:defRPr>
            </a:lvl5pPr>
            <a:lvl6pPr algn="l">
              <a:buNone/>
              <a:defRPr sz="1575" b="0">
                <a:solidFill>
                  <a:srgbClr val="1F2933"/>
                </a:solidFill>
                <a:latin typeface="Arial"/>
                <a:ea typeface="Arial"/>
                <a:cs typeface="Arial"/>
              </a:defRPr>
            </a:lvl6pPr>
            <a:lvl7pPr algn="l">
              <a:buNone/>
              <a:defRPr sz="1575" b="0">
                <a:solidFill>
                  <a:srgbClr val="1F2933"/>
                </a:solidFill>
                <a:latin typeface="Arial"/>
                <a:ea typeface="Arial"/>
                <a:cs typeface="Arial"/>
              </a:defRPr>
            </a:lvl7pPr>
            <a:lvl8pPr algn="l">
              <a:buNone/>
              <a:defRPr sz="1575" b="0">
                <a:solidFill>
                  <a:srgbClr val="1F2933"/>
                </a:solidFill>
                <a:latin typeface="Arial"/>
                <a:ea typeface="Arial"/>
                <a:cs typeface="Arial"/>
              </a:defRPr>
            </a:lvl8pPr>
            <a:lvl9pPr algn="l">
              <a:buNone/>
              <a:defRPr sz="1575" b="0">
                <a:solidFill>
                  <a:srgbClr val="1F2933"/>
                </a:solidFill>
                <a:latin typeface="Arial"/>
                <a:ea typeface="Arial"/>
                <a:cs typeface="Arial"/>
              </a:defRPr>
            </a:lvl9pPr>
          </a:lstStyle>
          <a:p>
            <a:pPr algn="l">
              <a:lnSpc>
                <a:spcPct val="112000"/>
              </a:lnSpc>
              <a:buNone/>
              <a:defRPr sz="1575" b="0">
                <a:solidFill>
                  <a:srgbClr val="1F2933"/>
                </a:solidFill>
                <a:latin typeface="Arial"/>
                <a:ea typeface="Arial"/>
                <a:cs typeface="Arial"/>
              </a:defRPr>
            </a:pPr>
            <a:r>
              <a:rPr sz="1575" b="0">
                <a:solidFill>
                  <a:srgbClr val="1F2933"/>
                </a:solidFill>
                <a:latin typeface="Arial"/>
                <a:ea typeface="Arial"/>
                <a:cs typeface="Arial"/>
              </a:rPr>
              <a:t>Loads today’s Gmail messages and returns a focused view grouped by priority.</a:t>
            </a:r>
          </a:p>
        </p:txBody>
      </p:sp>
      <p:sp>
        <p:nvSpPr>
          <p:cNvPr id="8" name="직사각형 7">
            <a:extLst>
              <a:ext uri="{FF2B5EF4-FFF2-40B4-BE49-F238E27FC236}">
                <a16:creationId xmlns:a16="http://schemas.microsoft.com/office/drawing/2014/main" id="{AF93DBC4-D70A-44A1-9059-6E4191A344FB}"/>
              </a:ext>
            </a:extLst>
          </p:cNvPr>
          <p:cNvSpPr>
            <a:spLocks noGrp="1"/>
          </p:cNvSpPr>
          <p:nvPr/>
        </p:nvSpPr>
        <p:spPr>
          <a:xfrm>
            <a:off x="742950" y="3771900"/>
            <a:ext cx="4476750" cy="381000"/>
          </a:xfrm>
          <a:prstGeom prst="rect">
            <a:avLst/>
          </a:prstGeom>
          <a:noFill/>
          <a:ln w="0">
            <a:noFill/>
            <a:prstDash val="solid"/>
          </a:ln>
        </p:spPr>
        <p:txBody>
          <a:bodyPr wrap="square" lIns="0" tIns="0" rIns="0" bIns="0" anchor="t">
            <a:normAutofit/>
          </a:bodyPr>
          <a:lstStyle>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a:pPr algn="l">
              <a:buNone/>
              <a:defRPr sz="2175" b="1">
                <a:solidFill>
                  <a:srgbClr val="102A43"/>
                </a:solidFill>
                <a:latin typeface="Arial"/>
                <a:ea typeface="Arial"/>
                <a:cs typeface="Arial"/>
              </a:defRPr>
            </a:pPr>
            <a:r>
              <a:rPr sz="2175" b="1">
                <a:solidFill>
                  <a:srgbClr val="102A43"/>
                </a:solidFill>
                <a:latin typeface="Arial"/>
                <a:ea typeface="Arial"/>
                <a:cs typeface="Arial"/>
              </a:rPr>
              <a:t>Priority and message actions</a:t>
            </a:r>
          </a:p>
        </p:txBody>
      </p:sp>
      <p:sp>
        <p:nvSpPr>
          <p:cNvPr id="9" name="직사각형 8">
            <a:extLst>
              <a:ext uri="{FF2B5EF4-FFF2-40B4-BE49-F238E27FC236}">
                <a16:creationId xmlns:a16="http://schemas.microsoft.com/office/drawing/2014/main" id="{1E02A756-9137-4F58-B5C9-568B387625F4}"/>
              </a:ext>
            </a:extLst>
          </p:cNvPr>
          <p:cNvSpPr>
            <a:spLocks noGrp="1"/>
          </p:cNvSpPr>
          <p:nvPr/>
        </p:nvSpPr>
        <p:spPr>
          <a:xfrm>
            <a:off x="742950" y="4229100"/>
            <a:ext cx="4762500" cy="10668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2000"/>
              </a:lnSpc>
              <a:buNone/>
              <a:defRPr sz="1500" b="0">
                <a:solidFill>
                  <a:srgbClr val="1F2933"/>
                </a:solidFill>
                <a:latin typeface="Arial"/>
                <a:ea typeface="Arial"/>
                <a:cs typeface="Arial"/>
              </a:defRPr>
            </a:pPr>
            <a:r>
              <a:rPr sz="1500" b="0">
                <a:solidFill>
                  <a:srgbClr val="1F2933"/>
                </a:solidFill>
                <a:latin typeface="Arial"/>
                <a:ea typeface="Arial"/>
                <a:cs typeface="Arial"/>
              </a:rPr>
              <a:t>Assigns Urgent, FYI, or Low Priority and keeps read, star, trash, restore, and reprioritize actions synchronized with Gmail.</a:t>
            </a:r>
          </a:p>
        </p:txBody>
      </p:sp>
      <p:sp>
        <p:nvSpPr>
          <p:cNvPr id="10" name="직사각형 9">
            <a:extLst>
              <a:ext uri="{FF2B5EF4-FFF2-40B4-BE49-F238E27FC236}">
                <a16:creationId xmlns:a16="http://schemas.microsoft.com/office/drawing/2014/main" id="{1999E83B-56CF-4079-8FF1-B2A1113F8B9F}"/>
              </a:ext>
            </a:extLst>
          </p:cNvPr>
          <p:cNvSpPr>
            <a:spLocks noGrp="1"/>
          </p:cNvSpPr>
          <p:nvPr/>
        </p:nvSpPr>
        <p:spPr>
          <a:xfrm>
            <a:off x="6572250" y="1733550"/>
            <a:ext cx="1714500" cy="228600"/>
          </a:xfrm>
          <a:prstGeom prst="rect">
            <a:avLst/>
          </a:prstGeom>
          <a:noFill/>
          <a:ln w="0">
            <a:noFill/>
            <a:prstDash val="solid"/>
          </a:ln>
        </p:spPr>
        <p:txBody>
          <a:bodyPr wrap="square" lIns="0" tIns="0" rIns="0" bIns="0" anchor="t">
            <a:normAutofit/>
          </a:bodyPr>
          <a:lstStyle>
            <a:defPPr algn="l">
              <a:defRPr sz="1125" b="1">
                <a:solidFill>
                  <a:srgbClr val="9AA5B1"/>
                </a:solidFill>
                <a:latin typeface="Arial"/>
                <a:ea typeface="Arial"/>
                <a:cs typeface="Arial"/>
              </a:defRPr>
            </a:defPPr>
            <a:lvl1pPr algn="l">
              <a:buNone/>
              <a:defRPr sz="1125" b="1">
                <a:solidFill>
                  <a:srgbClr val="9AA5B1"/>
                </a:solidFill>
                <a:latin typeface="Arial"/>
                <a:ea typeface="Arial"/>
                <a:cs typeface="Arial"/>
              </a:defRPr>
            </a:lvl1pPr>
            <a:lvl2pPr algn="l">
              <a:buNone/>
              <a:defRPr sz="1125" b="1">
                <a:solidFill>
                  <a:srgbClr val="9AA5B1"/>
                </a:solidFill>
                <a:latin typeface="Arial"/>
                <a:ea typeface="Arial"/>
                <a:cs typeface="Arial"/>
              </a:defRPr>
            </a:lvl2pPr>
            <a:lvl3pPr algn="l">
              <a:buNone/>
              <a:defRPr sz="1125" b="1">
                <a:solidFill>
                  <a:srgbClr val="9AA5B1"/>
                </a:solidFill>
                <a:latin typeface="Arial"/>
                <a:ea typeface="Arial"/>
                <a:cs typeface="Arial"/>
              </a:defRPr>
            </a:lvl3pPr>
            <a:lvl4pPr algn="l">
              <a:buNone/>
              <a:defRPr sz="1125" b="1">
                <a:solidFill>
                  <a:srgbClr val="9AA5B1"/>
                </a:solidFill>
                <a:latin typeface="Arial"/>
                <a:ea typeface="Arial"/>
                <a:cs typeface="Arial"/>
              </a:defRPr>
            </a:lvl4pPr>
            <a:lvl5pPr algn="l">
              <a:buNone/>
              <a:defRPr sz="1125" b="1">
                <a:solidFill>
                  <a:srgbClr val="9AA5B1"/>
                </a:solidFill>
                <a:latin typeface="Arial"/>
                <a:ea typeface="Arial"/>
                <a:cs typeface="Arial"/>
              </a:defRPr>
            </a:lvl5pPr>
            <a:lvl6pPr algn="l">
              <a:buNone/>
              <a:defRPr sz="1125" b="1">
                <a:solidFill>
                  <a:srgbClr val="9AA5B1"/>
                </a:solidFill>
                <a:latin typeface="Arial"/>
                <a:ea typeface="Arial"/>
                <a:cs typeface="Arial"/>
              </a:defRPr>
            </a:lvl6pPr>
            <a:lvl7pPr algn="l">
              <a:buNone/>
              <a:defRPr sz="1125" b="1">
                <a:solidFill>
                  <a:srgbClr val="9AA5B1"/>
                </a:solidFill>
                <a:latin typeface="Arial"/>
                <a:ea typeface="Arial"/>
                <a:cs typeface="Arial"/>
              </a:defRPr>
            </a:lvl7pPr>
            <a:lvl8pPr algn="l">
              <a:buNone/>
              <a:defRPr sz="1125" b="1">
                <a:solidFill>
                  <a:srgbClr val="9AA5B1"/>
                </a:solidFill>
                <a:latin typeface="Arial"/>
                <a:ea typeface="Arial"/>
                <a:cs typeface="Arial"/>
              </a:defRPr>
            </a:lvl8pPr>
            <a:lvl9pPr algn="l">
              <a:buNone/>
              <a:defRPr sz="1125" b="1">
                <a:solidFill>
                  <a:srgbClr val="9AA5B1"/>
                </a:solidFill>
                <a:latin typeface="Arial"/>
                <a:ea typeface="Arial"/>
                <a:cs typeface="Arial"/>
              </a:defRPr>
            </a:lvl9pPr>
          </a:lstStyle>
          <a:p>
            <a:pPr algn="l">
              <a:buNone/>
              <a:defRPr sz="1125" b="1">
                <a:solidFill>
                  <a:srgbClr val="9AA5B1"/>
                </a:solidFill>
                <a:latin typeface="Arial"/>
                <a:ea typeface="Arial"/>
                <a:cs typeface="Arial"/>
              </a:defRPr>
            </a:pPr>
            <a:r>
              <a:rPr sz="1125" b="1">
                <a:solidFill>
                  <a:srgbClr val="9AA5B1"/>
                </a:solidFill>
                <a:latin typeface="Arial"/>
                <a:ea typeface="Arial"/>
                <a:cs typeface="Arial"/>
              </a:rPr>
              <a:t>PLANNED</a:t>
            </a:r>
          </a:p>
        </p:txBody>
      </p:sp>
      <p:sp>
        <p:nvSpPr>
          <p:cNvPr id="11" name="직선 연결선 10">
            <a:extLst>
              <a:ext uri="{FF2B5EF4-FFF2-40B4-BE49-F238E27FC236}">
                <a16:creationId xmlns:a16="http://schemas.microsoft.com/office/drawing/2014/main" id="{A8F3A693-237B-496D-816F-47965AE0B9CC}"/>
              </a:ext>
            </a:extLst>
          </p:cNvPr>
          <p:cNvSpPr>
            <a:spLocks noGrp="1"/>
          </p:cNvSpPr>
          <p:nvPr/>
        </p:nvSpPr>
        <p:spPr>
          <a:xfrm>
            <a:off x="6572250" y="2000250"/>
            <a:ext cx="1524000" cy="0"/>
          </a:xfrm>
          <a:prstGeom prst="line">
            <a:avLst/>
          </a:prstGeom>
          <a:noFill/>
          <a:ln w="28575">
            <a:solidFill>
              <a:srgbClr val="9AA5B1"/>
            </a:solidFill>
            <a:prstDash val="dash"/>
          </a:ln>
        </p:spPr>
        <p:txBody>
          <a:bodyPr/>
          <a:lstStyle/>
          <a:p>
            <a:endParaRPr lang="ko-KR" altLang="en-US"/>
          </a:p>
        </p:txBody>
      </p:sp>
      <p:sp>
        <p:nvSpPr>
          <p:cNvPr id="12" name="직사각형 11">
            <a:extLst>
              <a:ext uri="{FF2B5EF4-FFF2-40B4-BE49-F238E27FC236}">
                <a16:creationId xmlns:a16="http://schemas.microsoft.com/office/drawing/2014/main" id="{7915E598-F013-4A8B-8DE6-F38CCA2050CB}"/>
              </a:ext>
            </a:extLst>
          </p:cNvPr>
          <p:cNvSpPr>
            <a:spLocks noGrp="1"/>
          </p:cNvSpPr>
          <p:nvPr/>
        </p:nvSpPr>
        <p:spPr>
          <a:xfrm>
            <a:off x="6591300" y="2247900"/>
            <a:ext cx="4191000" cy="381000"/>
          </a:xfrm>
          <a:prstGeom prst="rect">
            <a:avLst/>
          </a:prstGeom>
          <a:noFill/>
          <a:ln w="0">
            <a:noFill/>
            <a:prstDash val="solid"/>
          </a:ln>
        </p:spPr>
        <p:txBody>
          <a:bodyPr wrap="square" lIns="0" tIns="0" rIns="0" bIns="0" anchor="t">
            <a:normAutofit/>
          </a:bodyPr>
          <a:lstStyle>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a:pPr algn="l">
              <a:buNone/>
              <a:defRPr sz="2175" b="1">
                <a:solidFill>
                  <a:srgbClr val="102A43"/>
                </a:solidFill>
                <a:latin typeface="Arial"/>
                <a:ea typeface="Arial"/>
                <a:cs typeface="Arial"/>
              </a:defRPr>
            </a:pPr>
            <a:r>
              <a:rPr sz="2175" b="1">
                <a:solidFill>
                  <a:srgbClr val="102A43"/>
                </a:solidFill>
                <a:latin typeface="Arial"/>
                <a:ea typeface="Arial"/>
                <a:cs typeface="Arial"/>
              </a:rPr>
              <a:t>AI Draft assistance</a:t>
            </a:r>
          </a:p>
        </p:txBody>
      </p:sp>
      <p:sp>
        <p:nvSpPr>
          <p:cNvPr id="13" name="직사각형 12">
            <a:extLst>
              <a:ext uri="{FF2B5EF4-FFF2-40B4-BE49-F238E27FC236}">
                <a16:creationId xmlns:a16="http://schemas.microsoft.com/office/drawing/2014/main" id="{13CCF2EB-D076-4299-AF58-47B47B5D2607}"/>
              </a:ext>
            </a:extLst>
          </p:cNvPr>
          <p:cNvSpPr>
            <a:spLocks noGrp="1"/>
          </p:cNvSpPr>
          <p:nvPr/>
        </p:nvSpPr>
        <p:spPr>
          <a:xfrm>
            <a:off x="6591300" y="2686050"/>
            <a:ext cx="4572000" cy="857250"/>
          </a:xfrm>
          <a:prstGeom prst="rect">
            <a:avLst/>
          </a:prstGeom>
          <a:noFill/>
          <a:ln w="0">
            <a:noFill/>
            <a:prstDash val="solid"/>
          </a:ln>
        </p:spPr>
        <p:txBody>
          <a:bodyPr wrap="square" lIns="0" tIns="0" rIns="0" bIns="0" anchor="t">
            <a:normAutofit/>
          </a:bodyPr>
          <a:lstStyle>
            <a:defPPr algn="l">
              <a:defRPr sz="1575" b="0">
                <a:solidFill>
                  <a:srgbClr val="1F2933"/>
                </a:solidFill>
                <a:latin typeface="Arial"/>
                <a:ea typeface="Arial"/>
                <a:cs typeface="Arial"/>
              </a:defRPr>
            </a:defPPr>
            <a:lvl1pPr algn="l">
              <a:buNone/>
              <a:defRPr sz="1575" b="0">
                <a:solidFill>
                  <a:srgbClr val="1F2933"/>
                </a:solidFill>
                <a:latin typeface="Arial"/>
                <a:ea typeface="Arial"/>
                <a:cs typeface="Arial"/>
              </a:defRPr>
            </a:lvl1pPr>
            <a:lvl2pPr algn="l">
              <a:buNone/>
              <a:defRPr sz="1575" b="0">
                <a:solidFill>
                  <a:srgbClr val="1F2933"/>
                </a:solidFill>
                <a:latin typeface="Arial"/>
                <a:ea typeface="Arial"/>
                <a:cs typeface="Arial"/>
              </a:defRPr>
            </a:lvl2pPr>
            <a:lvl3pPr algn="l">
              <a:buNone/>
              <a:defRPr sz="1575" b="0">
                <a:solidFill>
                  <a:srgbClr val="1F2933"/>
                </a:solidFill>
                <a:latin typeface="Arial"/>
                <a:ea typeface="Arial"/>
                <a:cs typeface="Arial"/>
              </a:defRPr>
            </a:lvl3pPr>
            <a:lvl4pPr algn="l">
              <a:buNone/>
              <a:defRPr sz="1575" b="0">
                <a:solidFill>
                  <a:srgbClr val="1F2933"/>
                </a:solidFill>
                <a:latin typeface="Arial"/>
                <a:ea typeface="Arial"/>
                <a:cs typeface="Arial"/>
              </a:defRPr>
            </a:lvl4pPr>
            <a:lvl5pPr algn="l">
              <a:buNone/>
              <a:defRPr sz="1575" b="0">
                <a:solidFill>
                  <a:srgbClr val="1F2933"/>
                </a:solidFill>
                <a:latin typeface="Arial"/>
                <a:ea typeface="Arial"/>
                <a:cs typeface="Arial"/>
              </a:defRPr>
            </a:lvl5pPr>
            <a:lvl6pPr algn="l">
              <a:buNone/>
              <a:defRPr sz="1575" b="0">
                <a:solidFill>
                  <a:srgbClr val="1F2933"/>
                </a:solidFill>
                <a:latin typeface="Arial"/>
                <a:ea typeface="Arial"/>
                <a:cs typeface="Arial"/>
              </a:defRPr>
            </a:lvl6pPr>
            <a:lvl7pPr algn="l">
              <a:buNone/>
              <a:defRPr sz="1575" b="0">
                <a:solidFill>
                  <a:srgbClr val="1F2933"/>
                </a:solidFill>
                <a:latin typeface="Arial"/>
                <a:ea typeface="Arial"/>
                <a:cs typeface="Arial"/>
              </a:defRPr>
            </a:lvl7pPr>
            <a:lvl8pPr algn="l">
              <a:buNone/>
              <a:defRPr sz="1575" b="0">
                <a:solidFill>
                  <a:srgbClr val="1F2933"/>
                </a:solidFill>
                <a:latin typeface="Arial"/>
                <a:ea typeface="Arial"/>
                <a:cs typeface="Arial"/>
              </a:defRPr>
            </a:lvl8pPr>
            <a:lvl9pPr algn="l">
              <a:buNone/>
              <a:defRPr sz="1575" b="0">
                <a:solidFill>
                  <a:srgbClr val="1F2933"/>
                </a:solidFill>
                <a:latin typeface="Arial"/>
                <a:ea typeface="Arial"/>
                <a:cs typeface="Arial"/>
              </a:defRPr>
            </a:lvl9pPr>
          </a:lstStyle>
          <a:p>
            <a:pPr algn="l">
              <a:lnSpc>
                <a:spcPct val="112000"/>
              </a:lnSpc>
              <a:buNone/>
              <a:defRPr sz="1575" b="0">
                <a:solidFill>
                  <a:srgbClr val="1F2933"/>
                </a:solidFill>
                <a:latin typeface="Arial"/>
                <a:ea typeface="Arial"/>
                <a:cs typeface="Arial"/>
              </a:defRPr>
            </a:pPr>
            <a:r>
              <a:rPr sz="1575" b="0">
                <a:solidFill>
                  <a:srgbClr val="1F2933"/>
                </a:solidFill>
                <a:latin typeface="Arial"/>
                <a:ea typeface="Arial"/>
                <a:cs typeface="Arial"/>
              </a:rPr>
              <a:t>Generates an editable reply from a selected email. The user reviews the draft before MailFlow creates anything in Gmail.</a:t>
            </a:r>
          </a:p>
        </p:txBody>
      </p:sp>
      <p:sp>
        <p:nvSpPr>
          <p:cNvPr id="14" name="직사각형 13">
            <a:extLst>
              <a:ext uri="{FF2B5EF4-FFF2-40B4-BE49-F238E27FC236}">
                <a16:creationId xmlns:a16="http://schemas.microsoft.com/office/drawing/2014/main" id="{86F88F94-DB46-47F1-9B62-7C6AB3EECC28}"/>
              </a:ext>
            </a:extLst>
          </p:cNvPr>
          <p:cNvSpPr>
            <a:spLocks noGrp="1"/>
          </p:cNvSpPr>
          <p:nvPr/>
        </p:nvSpPr>
        <p:spPr>
          <a:xfrm>
            <a:off x="6591300" y="3905250"/>
            <a:ext cx="4191000" cy="381000"/>
          </a:xfrm>
          <a:prstGeom prst="rect">
            <a:avLst/>
          </a:prstGeom>
          <a:noFill/>
          <a:ln w="0">
            <a:noFill/>
            <a:prstDash val="solid"/>
          </a:ln>
        </p:spPr>
        <p:txBody>
          <a:bodyPr wrap="square" lIns="0" tIns="0" rIns="0" bIns="0" anchor="t">
            <a:normAutofit/>
          </a:bodyPr>
          <a:lstStyle>
            <a:defPPr algn="l">
              <a:defRPr sz="2175" b="1">
                <a:solidFill>
                  <a:srgbClr val="102A43"/>
                </a:solidFill>
                <a:latin typeface="Arial"/>
                <a:ea typeface="Arial"/>
                <a:cs typeface="Arial"/>
              </a:defRPr>
            </a:defPPr>
            <a:lvl1pPr algn="l">
              <a:buNone/>
              <a:defRPr sz="2175" b="1">
                <a:solidFill>
                  <a:srgbClr val="102A43"/>
                </a:solidFill>
                <a:latin typeface="Arial"/>
                <a:ea typeface="Arial"/>
                <a:cs typeface="Arial"/>
              </a:defRPr>
            </a:lvl1pPr>
            <a:lvl2pPr algn="l">
              <a:buNone/>
              <a:defRPr sz="2175" b="1">
                <a:solidFill>
                  <a:srgbClr val="102A43"/>
                </a:solidFill>
                <a:latin typeface="Arial"/>
                <a:ea typeface="Arial"/>
                <a:cs typeface="Arial"/>
              </a:defRPr>
            </a:lvl2pPr>
            <a:lvl3pPr algn="l">
              <a:buNone/>
              <a:defRPr sz="2175" b="1">
                <a:solidFill>
                  <a:srgbClr val="102A43"/>
                </a:solidFill>
                <a:latin typeface="Arial"/>
                <a:ea typeface="Arial"/>
                <a:cs typeface="Arial"/>
              </a:defRPr>
            </a:lvl3pPr>
            <a:lvl4pPr algn="l">
              <a:buNone/>
              <a:defRPr sz="2175" b="1">
                <a:solidFill>
                  <a:srgbClr val="102A43"/>
                </a:solidFill>
                <a:latin typeface="Arial"/>
                <a:ea typeface="Arial"/>
                <a:cs typeface="Arial"/>
              </a:defRPr>
            </a:lvl4pPr>
            <a:lvl5pPr algn="l">
              <a:buNone/>
              <a:defRPr sz="2175" b="1">
                <a:solidFill>
                  <a:srgbClr val="102A43"/>
                </a:solidFill>
                <a:latin typeface="Arial"/>
                <a:ea typeface="Arial"/>
                <a:cs typeface="Arial"/>
              </a:defRPr>
            </a:lvl5pPr>
            <a:lvl6pPr algn="l">
              <a:buNone/>
              <a:defRPr sz="2175" b="1">
                <a:solidFill>
                  <a:srgbClr val="102A43"/>
                </a:solidFill>
                <a:latin typeface="Arial"/>
                <a:ea typeface="Arial"/>
                <a:cs typeface="Arial"/>
              </a:defRPr>
            </a:lvl6pPr>
            <a:lvl7pPr algn="l">
              <a:buNone/>
              <a:defRPr sz="2175" b="1">
                <a:solidFill>
                  <a:srgbClr val="102A43"/>
                </a:solidFill>
                <a:latin typeface="Arial"/>
                <a:ea typeface="Arial"/>
                <a:cs typeface="Arial"/>
              </a:defRPr>
            </a:lvl7pPr>
            <a:lvl8pPr algn="l">
              <a:buNone/>
              <a:defRPr sz="2175" b="1">
                <a:solidFill>
                  <a:srgbClr val="102A43"/>
                </a:solidFill>
                <a:latin typeface="Arial"/>
                <a:ea typeface="Arial"/>
                <a:cs typeface="Arial"/>
              </a:defRPr>
            </a:lvl8pPr>
            <a:lvl9pPr algn="l">
              <a:buNone/>
              <a:defRPr sz="2175" b="1">
                <a:solidFill>
                  <a:srgbClr val="102A43"/>
                </a:solidFill>
                <a:latin typeface="Arial"/>
                <a:ea typeface="Arial"/>
                <a:cs typeface="Arial"/>
              </a:defRPr>
            </a:lvl9pPr>
          </a:lstStyle>
          <a:p>
            <a:pPr algn="l">
              <a:buNone/>
              <a:defRPr sz="2175" b="1">
                <a:solidFill>
                  <a:srgbClr val="102A43"/>
                </a:solidFill>
                <a:latin typeface="Arial"/>
                <a:ea typeface="Arial"/>
                <a:cs typeface="Arial"/>
              </a:defRPr>
            </a:pPr>
            <a:r>
              <a:rPr sz="2175" b="1">
                <a:solidFill>
                  <a:srgbClr val="102A43"/>
                </a:solidFill>
                <a:latin typeface="Arial"/>
                <a:ea typeface="Arial"/>
                <a:cs typeface="Arial"/>
              </a:rPr>
              <a:t>Calendar extraction</a:t>
            </a:r>
          </a:p>
        </p:txBody>
      </p:sp>
      <p:sp>
        <p:nvSpPr>
          <p:cNvPr id="15" name="직사각형 14">
            <a:extLst>
              <a:ext uri="{FF2B5EF4-FFF2-40B4-BE49-F238E27FC236}">
                <a16:creationId xmlns:a16="http://schemas.microsoft.com/office/drawing/2014/main" id="{2F746EFC-7741-40C8-8230-2A98884829E5}"/>
              </a:ext>
            </a:extLst>
          </p:cNvPr>
          <p:cNvSpPr>
            <a:spLocks noGrp="1"/>
          </p:cNvSpPr>
          <p:nvPr/>
        </p:nvSpPr>
        <p:spPr>
          <a:xfrm>
            <a:off x="6591300" y="4343400"/>
            <a:ext cx="4572000" cy="857250"/>
          </a:xfrm>
          <a:prstGeom prst="rect">
            <a:avLst/>
          </a:prstGeom>
          <a:noFill/>
          <a:ln w="0">
            <a:noFill/>
            <a:prstDash val="solid"/>
          </a:ln>
        </p:spPr>
        <p:txBody>
          <a:bodyPr wrap="square" lIns="0" tIns="0" rIns="0" bIns="0" anchor="t">
            <a:normAutofit/>
          </a:bodyPr>
          <a:lstStyle>
            <a:defPPr algn="l">
              <a:defRPr sz="1575" b="0">
                <a:solidFill>
                  <a:srgbClr val="1F2933"/>
                </a:solidFill>
                <a:latin typeface="Arial"/>
                <a:ea typeface="Arial"/>
                <a:cs typeface="Arial"/>
              </a:defRPr>
            </a:defPPr>
            <a:lvl1pPr algn="l">
              <a:buNone/>
              <a:defRPr sz="1575" b="0">
                <a:solidFill>
                  <a:srgbClr val="1F2933"/>
                </a:solidFill>
                <a:latin typeface="Arial"/>
                <a:ea typeface="Arial"/>
                <a:cs typeface="Arial"/>
              </a:defRPr>
            </a:lvl1pPr>
            <a:lvl2pPr algn="l">
              <a:buNone/>
              <a:defRPr sz="1575" b="0">
                <a:solidFill>
                  <a:srgbClr val="1F2933"/>
                </a:solidFill>
                <a:latin typeface="Arial"/>
                <a:ea typeface="Arial"/>
                <a:cs typeface="Arial"/>
              </a:defRPr>
            </a:lvl2pPr>
            <a:lvl3pPr algn="l">
              <a:buNone/>
              <a:defRPr sz="1575" b="0">
                <a:solidFill>
                  <a:srgbClr val="1F2933"/>
                </a:solidFill>
                <a:latin typeface="Arial"/>
                <a:ea typeface="Arial"/>
                <a:cs typeface="Arial"/>
              </a:defRPr>
            </a:lvl3pPr>
            <a:lvl4pPr algn="l">
              <a:buNone/>
              <a:defRPr sz="1575" b="0">
                <a:solidFill>
                  <a:srgbClr val="1F2933"/>
                </a:solidFill>
                <a:latin typeface="Arial"/>
                <a:ea typeface="Arial"/>
                <a:cs typeface="Arial"/>
              </a:defRPr>
            </a:lvl4pPr>
            <a:lvl5pPr algn="l">
              <a:buNone/>
              <a:defRPr sz="1575" b="0">
                <a:solidFill>
                  <a:srgbClr val="1F2933"/>
                </a:solidFill>
                <a:latin typeface="Arial"/>
                <a:ea typeface="Arial"/>
                <a:cs typeface="Arial"/>
              </a:defRPr>
            </a:lvl5pPr>
            <a:lvl6pPr algn="l">
              <a:buNone/>
              <a:defRPr sz="1575" b="0">
                <a:solidFill>
                  <a:srgbClr val="1F2933"/>
                </a:solidFill>
                <a:latin typeface="Arial"/>
                <a:ea typeface="Arial"/>
                <a:cs typeface="Arial"/>
              </a:defRPr>
            </a:lvl6pPr>
            <a:lvl7pPr algn="l">
              <a:buNone/>
              <a:defRPr sz="1575" b="0">
                <a:solidFill>
                  <a:srgbClr val="1F2933"/>
                </a:solidFill>
                <a:latin typeface="Arial"/>
                <a:ea typeface="Arial"/>
                <a:cs typeface="Arial"/>
              </a:defRPr>
            </a:lvl7pPr>
            <a:lvl8pPr algn="l">
              <a:buNone/>
              <a:defRPr sz="1575" b="0">
                <a:solidFill>
                  <a:srgbClr val="1F2933"/>
                </a:solidFill>
                <a:latin typeface="Arial"/>
                <a:ea typeface="Arial"/>
                <a:cs typeface="Arial"/>
              </a:defRPr>
            </a:lvl8pPr>
            <a:lvl9pPr algn="l">
              <a:buNone/>
              <a:defRPr sz="1575" b="0">
                <a:solidFill>
                  <a:srgbClr val="1F2933"/>
                </a:solidFill>
                <a:latin typeface="Arial"/>
                <a:ea typeface="Arial"/>
                <a:cs typeface="Arial"/>
              </a:defRPr>
            </a:lvl9pPr>
          </a:lstStyle>
          <a:p>
            <a:pPr algn="l">
              <a:lnSpc>
                <a:spcPct val="112000"/>
              </a:lnSpc>
              <a:buNone/>
              <a:defRPr sz="1575" b="0">
                <a:solidFill>
                  <a:srgbClr val="1F2933"/>
                </a:solidFill>
                <a:latin typeface="Arial"/>
                <a:ea typeface="Arial"/>
                <a:cs typeface="Arial"/>
              </a:defRPr>
            </a:pPr>
            <a:r>
              <a:rPr sz="1575" b="0">
                <a:solidFill>
                  <a:srgbClr val="1F2933"/>
                </a:solidFill>
                <a:latin typeface="Arial"/>
                <a:ea typeface="Arial"/>
                <a:cs typeface="Arial"/>
              </a:rPr>
              <a:t>Extracts date, time, location, and attendees from an email, then shows a preview before creating a Google Calendar event.</a:t>
            </a:r>
          </a:p>
        </p:txBody>
      </p:sp>
      <p:sp>
        <p:nvSpPr>
          <p:cNvPr id="16" name="직사각형 15">
            <a:extLst>
              <a:ext uri="{FF2B5EF4-FFF2-40B4-BE49-F238E27FC236}">
                <a16:creationId xmlns:a16="http://schemas.microsoft.com/office/drawing/2014/main" id="{B8D1843B-8543-4911-ADCB-9B343E4FD195}"/>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17" name="직사각형 16">
            <a:extLst>
              <a:ext uri="{FF2B5EF4-FFF2-40B4-BE49-F238E27FC236}">
                <a16:creationId xmlns:a16="http://schemas.microsoft.com/office/drawing/2014/main" id="{1F7CBD4F-3C65-453B-892A-041EB2D41222}"/>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02</a:t>
            </a:r>
          </a:p>
        </p:txBody>
      </p:sp>
    </p:spTree>
    <p:extLst>
      <p:ext uri="{BB962C8B-B14F-4D97-AF65-F5344CB8AC3E}">
        <p14:creationId xmlns:p14="http://schemas.microsoft.com/office/powerpoint/2010/main" val="1962466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79AB26A9-9E1F-46DF-84EE-AF6600FE979F}"/>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Design changes since the previous presentation</a:t>
            </a:r>
          </a:p>
        </p:txBody>
      </p:sp>
      <p:sp>
        <p:nvSpPr>
          <p:cNvPr id="2" name="직사각형 1">
            <a:extLst>
              <a:ext uri="{FF2B5EF4-FFF2-40B4-BE49-F238E27FC236}">
                <a16:creationId xmlns:a16="http://schemas.microsoft.com/office/drawing/2014/main" id="{1ACD6B40-8075-4583-B849-2329D65BA6F5}"/>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Implementation simplified the backend and reduced the amount of locally stored data</a:t>
            </a:r>
          </a:p>
        </p:txBody>
      </p:sp>
      <p:sp>
        <p:nvSpPr>
          <p:cNvPr id="3" name="직선 연결선 2">
            <a:extLst>
              <a:ext uri="{FF2B5EF4-FFF2-40B4-BE49-F238E27FC236}">
                <a16:creationId xmlns:a16="http://schemas.microsoft.com/office/drawing/2014/main" id="{E1077884-F7FF-47E7-B1C4-C7B9A3DD9123}"/>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39C8DF62-F92B-40C2-A3F3-C655C8A974CC}"/>
              </a:ext>
            </a:extLst>
          </p:cNvPr>
          <p:cNvSpPr>
            <a:spLocks noGrp="1"/>
          </p:cNvSpPr>
          <p:nvPr/>
        </p:nvSpPr>
        <p:spPr>
          <a:xfrm>
            <a:off x="762000" y="1752600"/>
            <a:ext cx="4000500" cy="266700"/>
          </a:xfrm>
          <a:prstGeom prst="rect">
            <a:avLst/>
          </a:prstGeom>
          <a:noFill/>
          <a:ln w="0">
            <a:noFill/>
            <a:prstDash val="solid"/>
          </a:ln>
        </p:spPr>
        <p:txBody>
          <a:bodyPr wrap="square" lIns="0" tIns="0" rIns="0" bIns="0" anchor="t">
            <a:normAutofit/>
          </a:bodyPr>
          <a:lstStyle>
            <a:defPPr algn="l">
              <a:defRPr sz="1200" b="1">
                <a:solidFill>
                  <a:srgbClr val="9AA5B1"/>
                </a:solidFill>
                <a:latin typeface="Arial"/>
                <a:ea typeface="Arial"/>
                <a:cs typeface="Arial"/>
              </a:defRPr>
            </a:defPPr>
            <a:lvl1pPr algn="l">
              <a:buNone/>
              <a:defRPr sz="1200" b="1">
                <a:solidFill>
                  <a:srgbClr val="9AA5B1"/>
                </a:solidFill>
                <a:latin typeface="Arial"/>
                <a:ea typeface="Arial"/>
                <a:cs typeface="Arial"/>
              </a:defRPr>
            </a:lvl1pPr>
            <a:lvl2pPr algn="l">
              <a:buNone/>
              <a:defRPr sz="1200" b="1">
                <a:solidFill>
                  <a:srgbClr val="9AA5B1"/>
                </a:solidFill>
                <a:latin typeface="Arial"/>
                <a:ea typeface="Arial"/>
                <a:cs typeface="Arial"/>
              </a:defRPr>
            </a:lvl2pPr>
            <a:lvl3pPr algn="l">
              <a:buNone/>
              <a:defRPr sz="1200" b="1">
                <a:solidFill>
                  <a:srgbClr val="9AA5B1"/>
                </a:solidFill>
                <a:latin typeface="Arial"/>
                <a:ea typeface="Arial"/>
                <a:cs typeface="Arial"/>
              </a:defRPr>
            </a:lvl3pPr>
            <a:lvl4pPr algn="l">
              <a:buNone/>
              <a:defRPr sz="1200" b="1">
                <a:solidFill>
                  <a:srgbClr val="9AA5B1"/>
                </a:solidFill>
                <a:latin typeface="Arial"/>
                <a:ea typeface="Arial"/>
                <a:cs typeface="Arial"/>
              </a:defRPr>
            </a:lvl4pPr>
            <a:lvl5pPr algn="l">
              <a:buNone/>
              <a:defRPr sz="1200" b="1">
                <a:solidFill>
                  <a:srgbClr val="9AA5B1"/>
                </a:solidFill>
                <a:latin typeface="Arial"/>
                <a:ea typeface="Arial"/>
                <a:cs typeface="Arial"/>
              </a:defRPr>
            </a:lvl5pPr>
            <a:lvl6pPr algn="l">
              <a:buNone/>
              <a:defRPr sz="1200" b="1">
                <a:solidFill>
                  <a:srgbClr val="9AA5B1"/>
                </a:solidFill>
                <a:latin typeface="Arial"/>
                <a:ea typeface="Arial"/>
                <a:cs typeface="Arial"/>
              </a:defRPr>
            </a:lvl6pPr>
            <a:lvl7pPr algn="l">
              <a:buNone/>
              <a:defRPr sz="1200" b="1">
                <a:solidFill>
                  <a:srgbClr val="9AA5B1"/>
                </a:solidFill>
                <a:latin typeface="Arial"/>
                <a:ea typeface="Arial"/>
                <a:cs typeface="Arial"/>
              </a:defRPr>
            </a:lvl7pPr>
            <a:lvl8pPr algn="l">
              <a:buNone/>
              <a:defRPr sz="1200" b="1">
                <a:solidFill>
                  <a:srgbClr val="9AA5B1"/>
                </a:solidFill>
                <a:latin typeface="Arial"/>
                <a:ea typeface="Arial"/>
                <a:cs typeface="Arial"/>
              </a:defRPr>
            </a:lvl8pPr>
            <a:lvl9pPr algn="l">
              <a:buNone/>
              <a:defRPr sz="1200" b="1">
                <a:solidFill>
                  <a:srgbClr val="9AA5B1"/>
                </a:solidFill>
                <a:latin typeface="Arial"/>
                <a:ea typeface="Arial"/>
                <a:cs typeface="Arial"/>
              </a:defRPr>
            </a:lvl9pPr>
          </a:lstStyle>
          <a:p>
            <a:pPr algn="l">
              <a:buNone/>
              <a:defRPr sz="1200" b="1">
                <a:solidFill>
                  <a:srgbClr val="9AA5B1"/>
                </a:solidFill>
                <a:latin typeface="Arial"/>
                <a:ea typeface="Arial"/>
                <a:cs typeface="Arial"/>
              </a:defRPr>
            </a:pPr>
            <a:r>
              <a:rPr sz="1200" b="1">
                <a:solidFill>
                  <a:srgbClr val="9AA5B1"/>
                </a:solidFill>
                <a:latin typeface="Arial"/>
                <a:ea typeface="Arial"/>
                <a:cs typeface="Arial"/>
              </a:rPr>
              <a:t>EARLIER PLAN</a:t>
            </a:r>
          </a:p>
        </p:txBody>
      </p:sp>
      <p:sp>
        <p:nvSpPr>
          <p:cNvPr id="5" name="직사각형 4">
            <a:extLst>
              <a:ext uri="{FF2B5EF4-FFF2-40B4-BE49-F238E27FC236}">
                <a16:creationId xmlns:a16="http://schemas.microsoft.com/office/drawing/2014/main" id="{8E752CC9-39B3-4B2D-836E-20E907F8F32C}"/>
              </a:ext>
            </a:extLst>
          </p:cNvPr>
          <p:cNvSpPr>
            <a:spLocks noGrp="1"/>
          </p:cNvSpPr>
          <p:nvPr/>
        </p:nvSpPr>
        <p:spPr>
          <a:xfrm>
            <a:off x="6572250" y="1752600"/>
            <a:ext cx="4000500" cy="266700"/>
          </a:xfrm>
          <a:prstGeom prst="rect">
            <a:avLst/>
          </a:prstGeom>
          <a:noFill/>
          <a:ln w="0">
            <a:noFill/>
            <a:prstDash val="solid"/>
          </a:ln>
        </p:spPr>
        <p:txBody>
          <a:bodyPr wrap="square" lIns="0" tIns="0" rIns="0" bIns="0" anchor="t">
            <a:normAutofit/>
          </a:bodyPr>
          <a:lstStyle>
            <a:defPPr algn="l">
              <a:defRPr sz="1200" b="1">
                <a:solidFill>
                  <a:srgbClr val="008C8C"/>
                </a:solidFill>
                <a:latin typeface="Arial"/>
                <a:ea typeface="Arial"/>
                <a:cs typeface="Arial"/>
              </a:defRPr>
            </a:defPPr>
            <a:lvl1pPr algn="l">
              <a:buNone/>
              <a:defRPr sz="1200" b="1">
                <a:solidFill>
                  <a:srgbClr val="008C8C"/>
                </a:solidFill>
                <a:latin typeface="Arial"/>
                <a:ea typeface="Arial"/>
                <a:cs typeface="Arial"/>
              </a:defRPr>
            </a:lvl1pPr>
            <a:lvl2pPr algn="l">
              <a:buNone/>
              <a:defRPr sz="1200" b="1">
                <a:solidFill>
                  <a:srgbClr val="008C8C"/>
                </a:solidFill>
                <a:latin typeface="Arial"/>
                <a:ea typeface="Arial"/>
                <a:cs typeface="Arial"/>
              </a:defRPr>
            </a:lvl2pPr>
            <a:lvl3pPr algn="l">
              <a:buNone/>
              <a:defRPr sz="1200" b="1">
                <a:solidFill>
                  <a:srgbClr val="008C8C"/>
                </a:solidFill>
                <a:latin typeface="Arial"/>
                <a:ea typeface="Arial"/>
                <a:cs typeface="Arial"/>
              </a:defRPr>
            </a:lvl3pPr>
            <a:lvl4pPr algn="l">
              <a:buNone/>
              <a:defRPr sz="1200" b="1">
                <a:solidFill>
                  <a:srgbClr val="008C8C"/>
                </a:solidFill>
                <a:latin typeface="Arial"/>
                <a:ea typeface="Arial"/>
                <a:cs typeface="Arial"/>
              </a:defRPr>
            </a:lvl4pPr>
            <a:lvl5pPr algn="l">
              <a:buNone/>
              <a:defRPr sz="1200" b="1">
                <a:solidFill>
                  <a:srgbClr val="008C8C"/>
                </a:solidFill>
                <a:latin typeface="Arial"/>
                <a:ea typeface="Arial"/>
                <a:cs typeface="Arial"/>
              </a:defRPr>
            </a:lvl5pPr>
            <a:lvl6pPr algn="l">
              <a:buNone/>
              <a:defRPr sz="1200" b="1">
                <a:solidFill>
                  <a:srgbClr val="008C8C"/>
                </a:solidFill>
                <a:latin typeface="Arial"/>
                <a:ea typeface="Arial"/>
                <a:cs typeface="Arial"/>
              </a:defRPr>
            </a:lvl6pPr>
            <a:lvl7pPr algn="l">
              <a:buNone/>
              <a:defRPr sz="1200" b="1">
                <a:solidFill>
                  <a:srgbClr val="008C8C"/>
                </a:solidFill>
                <a:latin typeface="Arial"/>
                <a:ea typeface="Arial"/>
                <a:cs typeface="Arial"/>
              </a:defRPr>
            </a:lvl7pPr>
            <a:lvl8pPr algn="l">
              <a:buNone/>
              <a:defRPr sz="1200" b="1">
                <a:solidFill>
                  <a:srgbClr val="008C8C"/>
                </a:solidFill>
                <a:latin typeface="Arial"/>
                <a:ea typeface="Arial"/>
                <a:cs typeface="Arial"/>
              </a:defRPr>
            </a:lvl8pPr>
            <a:lvl9pPr algn="l">
              <a:buNone/>
              <a:defRPr sz="1200" b="1">
                <a:solidFill>
                  <a:srgbClr val="008C8C"/>
                </a:solidFill>
                <a:latin typeface="Arial"/>
                <a:ea typeface="Arial"/>
                <a:cs typeface="Arial"/>
              </a:defRPr>
            </a:lvl9pPr>
          </a:lstStyle>
          <a:p>
            <a:pPr algn="l">
              <a:buNone/>
              <a:defRPr sz="1200" b="1">
                <a:solidFill>
                  <a:srgbClr val="008C8C"/>
                </a:solidFill>
                <a:latin typeface="Arial"/>
                <a:ea typeface="Arial"/>
                <a:cs typeface="Arial"/>
              </a:defRPr>
            </a:pPr>
            <a:r>
              <a:rPr sz="1200" b="1">
                <a:solidFill>
                  <a:srgbClr val="008C8C"/>
                </a:solidFill>
                <a:latin typeface="Arial"/>
                <a:ea typeface="Arial"/>
                <a:cs typeface="Arial"/>
              </a:rPr>
              <a:t>CURRENT DESIGN</a:t>
            </a:r>
          </a:p>
        </p:txBody>
      </p:sp>
      <p:sp>
        <p:nvSpPr>
          <p:cNvPr id="6" name="직선 연결선 5">
            <a:extLst>
              <a:ext uri="{FF2B5EF4-FFF2-40B4-BE49-F238E27FC236}">
                <a16:creationId xmlns:a16="http://schemas.microsoft.com/office/drawing/2014/main" id="{AACBD147-760D-4D75-8A49-FB5601F3690F}"/>
              </a:ext>
            </a:extLst>
          </p:cNvPr>
          <p:cNvSpPr>
            <a:spLocks noGrp="1"/>
          </p:cNvSpPr>
          <p:nvPr/>
        </p:nvSpPr>
        <p:spPr>
          <a:xfrm>
            <a:off x="762000" y="2114550"/>
            <a:ext cx="4762500" cy="0"/>
          </a:xfrm>
          <a:prstGeom prst="line">
            <a:avLst/>
          </a:prstGeom>
          <a:noFill/>
          <a:ln w="28575">
            <a:solidFill>
              <a:srgbClr val="9AA5B1"/>
            </a:solidFill>
            <a:prstDash val="dash"/>
          </a:ln>
        </p:spPr>
        <p:txBody>
          <a:bodyPr/>
          <a:lstStyle/>
          <a:p>
            <a:endParaRPr lang="ko-KR" altLang="en-US"/>
          </a:p>
        </p:txBody>
      </p:sp>
      <p:sp>
        <p:nvSpPr>
          <p:cNvPr id="7" name="직선 연결선 6">
            <a:extLst>
              <a:ext uri="{FF2B5EF4-FFF2-40B4-BE49-F238E27FC236}">
                <a16:creationId xmlns:a16="http://schemas.microsoft.com/office/drawing/2014/main" id="{6B6B2824-AE39-4507-BCB1-D2D7AAF6ED77}"/>
              </a:ext>
            </a:extLst>
          </p:cNvPr>
          <p:cNvSpPr>
            <a:spLocks noGrp="1"/>
          </p:cNvSpPr>
          <p:nvPr/>
        </p:nvSpPr>
        <p:spPr>
          <a:xfrm>
            <a:off x="6572250" y="2114550"/>
            <a:ext cx="4762500" cy="0"/>
          </a:xfrm>
          <a:prstGeom prst="line">
            <a:avLst/>
          </a:prstGeom>
          <a:noFill/>
          <a:ln w="28575">
            <a:solidFill>
              <a:srgbClr val="008C8C"/>
            </a:solidFill>
            <a:prstDash val="solid"/>
          </a:ln>
        </p:spPr>
        <p:txBody>
          <a:bodyPr/>
          <a:lstStyle/>
          <a:p>
            <a:endParaRPr lang="ko-KR" altLang="en-US"/>
          </a:p>
        </p:txBody>
      </p:sp>
      <p:sp>
        <p:nvSpPr>
          <p:cNvPr id="8" name="직사각형 7">
            <a:extLst>
              <a:ext uri="{FF2B5EF4-FFF2-40B4-BE49-F238E27FC236}">
                <a16:creationId xmlns:a16="http://schemas.microsoft.com/office/drawing/2014/main" id="{9FFCC542-37DA-43C4-A2D5-35F124308ADE}"/>
              </a:ext>
            </a:extLst>
          </p:cNvPr>
          <p:cNvSpPr>
            <a:spLocks noGrp="1"/>
          </p:cNvSpPr>
          <p:nvPr/>
        </p:nvSpPr>
        <p:spPr>
          <a:xfrm>
            <a:off x="781050" y="2438400"/>
            <a:ext cx="323850" cy="323850"/>
          </a:xfrm>
          <a:prstGeom prst="rect">
            <a:avLst/>
          </a:prstGeom>
          <a:noFill/>
          <a:ln w="0">
            <a:noFill/>
            <a:prstDash val="solid"/>
          </a:ln>
        </p:spPr>
        <p:txBody>
          <a:bodyPr wrap="square" lIns="0" tIns="0" rIns="0" bIns="0" anchor="t">
            <a:normAutofit/>
          </a:bodyPr>
          <a:lstStyle>
            <a:defPPr algn="l">
              <a:defRPr sz="1575" b="1">
                <a:solidFill>
                  <a:srgbClr val="9AA5B1"/>
                </a:solidFill>
                <a:latin typeface="Arial"/>
                <a:ea typeface="Arial"/>
                <a:cs typeface="Arial"/>
              </a:defRPr>
            </a:defPPr>
            <a:lvl1pPr algn="l">
              <a:buNone/>
              <a:defRPr sz="1575" b="1">
                <a:solidFill>
                  <a:srgbClr val="9AA5B1"/>
                </a:solidFill>
                <a:latin typeface="Arial"/>
                <a:ea typeface="Arial"/>
                <a:cs typeface="Arial"/>
              </a:defRPr>
            </a:lvl1pPr>
            <a:lvl2pPr algn="l">
              <a:buNone/>
              <a:defRPr sz="1575" b="1">
                <a:solidFill>
                  <a:srgbClr val="9AA5B1"/>
                </a:solidFill>
                <a:latin typeface="Arial"/>
                <a:ea typeface="Arial"/>
                <a:cs typeface="Arial"/>
              </a:defRPr>
            </a:lvl2pPr>
            <a:lvl3pPr algn="l">
              <a:buNone/>
              <a:defRPr sz="1575" b="1">
                <a:solidFill>
                  <a:srgbClr val="9AA5B1"/>
                </a:solidFill>
                <a:latin typeface="Arial"/>
                <a:ea typeface="Arial"/>
                <a:cs typeface="Arial"/>
              </a:defRPr>
            </a:lvl3pPr>
            <a:lvl4pPr algn="l">
              <a:buNone/>
              <a:defRPr sz="1575" b="1">
                <a:solidFill>
                  <a:srgbClr val="9AA5B1"/>
                </a:solidFill>
                <a:latin typeface="Arial"/>
                <a:ea typeface="Arial"/>
                <a:cs typeface="Arial"/>
              </a:defRPr>
            </a:lvl4pPr>
            <a:lvl5pPr algn="l">
              <a:buNone/>
              <a:defRPr sz="1575" b="1">
                <a:solidFill>
                  <a:srgbClr val="9AA5B1"/>
                </a:solidFill>
                <a:latin typeface="Arial"/>
                <a:ea typeface="Arial"/>
                <a:cs typeface="Arial"/>
              </a:defRPr>
            </a:lvl5pPr>
            <a:lvl6pPr algn="l">
              <a:buNone/>
              <a:defRPr sz="1575" b="1">
                <a:solidFill>
                  <a:srgbClr val="9AA5B1"/>
                </a:solidFill>
                <a:latin typeface="Arial"/>
                <a:ea typeface="Arial"/>
                <a:cs typeface="Arial"/>
              </a:defRPr>
            </a:lvl6pPr>
            <a:lvl7pPr algn="l">
              <a:buNone/>
              <a:defRPr sz="1575" b="1">
                <a:solidFill>
                  <a:srgbClr val="9AA5B1"/>
                </a:solidFill>
                <a:latin typeface="Arial"/>
                <a:ea typeface="Arial"/>
                <a:cs typeface="Arial"/>
              </a:defRPr>
            </a:lvl7pPr>
            <a:lvl8pPr algn="l">
              <a:buNone/>
              <a:defRPr sz="1575" b="1">
                <a:solidFill>
                  <a:srgbClr val="9AA5B1"/>
                </a:solidFill>
                <a:latin typeface="Arial"/>
                <a:ea typeface="Arial"/>
                <a:cs typeface="Arial"/>
              </a:defRPr>
            </a:lvl8pPr>
            <a:lvl9pPr algn="l">
              <a:buNone/>
              <a:defRPr sz="1575" b="1">
                <a:solidFill>
                  <a:srgbClr val="9AA5B1"/>
                </a:solidFill>
                <a:latin typeface="Arial"/>
                <a:ea typeface="Arial"/>
                <a:cs typeface="Arial"/>
              </a:defRPr>
            </a:lvl9pPr>
          </a:lstStyle>
          <a:p>
            <a:pPr algn="l">
              <a:buNone/>
              <a:defRPr sz="1575" b="1">
                <a:solidFill>
                  <a:srgbClr val="9AA5B1"/>
                </a:solidFill>
                <a:latin typeface="Arial"/>
                <a:ea typeface="Arial"/>
                <a:cs typeface="Arial"/>
              </a:defRPr>
            </a:pPr>
            <a:r>
              <a:rPr sz="1575" b="1">
                <a:solidFill>
                  <a:srgbClr val="9AA5B1"/>
                </a:solidFill>
                <a:latin typeface="Arial"/>
                <a:ea typeface="Arial"/>
                <a:cs typeface="Arial"/>
              </a:rPr>
              <a:t>1</a:t>
            </a:r>
          </a:p>
        </p:txBody>
      </p:sp>
      <p:sp>
        <p:nvSpPr>
          <p:cNvPr id="9" name="직사각형 8">
            <a:extLst>
              <a:ext uri="{FF2B5EF4-FFF2-40B4-BE49-F238E27FC236}">
                <a16:creationId xmlns:a16="http://schemas.microsoft.com/office/drawing/2014/main" id="{98B48324-BF84-48F9-A792-BA3998877611}"/>
              </a:ext>
            </a:extLst>
          </p:cNvPr>
          <p:cNvSpPr>
            <a:spLocks noGrp="1"/>
          </p:cNvSpPr>
          <p:nvPr/>
        </p:nvSpPr>
        <p:spPr>
          <a:xfrm>
            <a:off x="1219200" y="243840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Separate React and NestJS applications</a:t>
            </a:r>
          </a:p>
        </p:txBody>
      </p:sp>
      <p:sp>
        <p:nvSpPr>
          <p:cNvPr id="10" name="직사각형 9">
            <a:extLst>
              <a:ext uri="{FF2B5EF4-FFF2-40B4-BE49-F238E27FC236}">
                <a16:creationId xmlns:a16="http://schemas.microsoft.com/office/drawing/2014/main" id="{45C8E146-F708-4923-AAB3-1BB3AB6B4E65}"/>
              </a:ext>
            </a:extLst>
          </p:cNvPr>
          <p:cNvSpPr>
            <a:spLocks noGrp="1"/>
          </p:cNvSpPr>
          <p:nvPr/>
        </p:nvSpPr>
        <p:spPr>
          <a:xfrm>
            <a:off x="781050" y="3333750"/>
            <a:ext cx="323850" cy="323850"/>
          </a:xfrm>
          <a:prstGeom prst="rect">
            <a:avLst/>
          </a:prstGeom>
          <a:noFill/>
          <a:ln w="0">
            <a:noFill/>
            <a:prstDash val="solid"/>
          </a:ln>
        </p:spPr>
        <p:txBody>
          <a:bodyPr wrap="square" lIns="0" tIns="0" rIns="0" bIns="0" anchor="t">
            <a:normAutofit/>
          </a:bodyPr>
          <a:lstStyle>
            <a:defPPr algn="l">
              <a:defRPr sz="1575" b="1">
                <a:solidFill>
                  <a:srgbClr val="9AA5B1"/>
                </a:solidFill>
                <a:latin typeface="Arial"/>
                <a:ea typeface="Arial"/>
                <a:cs typeface="Arial"/>
              </a:defRPr>
            </a:defPPr>
            <a:lvl1pPr algn="l">
              <a:buNone/>
              <a:defRPr sz="1575" b="1">
                <a:solidFill>
                  <a:srgbClr val="9AA5B1"/>
                </a:solidFill>
                <a:latin typeface="Arial"/>
                <a:ea typeface="Arial"/>
                <a:cs typeface="Arial"/>
              </a:defRPr>
            </a:lvl1pPr>
            <a:lvl2pPr algn="l">
              <a:buNone/>
              <a:defRPr sz="1575" b="1">
                <a:solidFill>
                  <a:srgbClr val="9AA5B1"/>
                </a:solidFill>
                <a:latin typeface="Arial"/>
                <a:ea typeface="Arial"/>
                <a:cs typeface="Arial"/>
              </a:defRPr>
            </a:lvl2pPr>
            <a:lvl3pPr algn="l">
              <a:buNone/>
              <a:defRPr sz="1575" b="1">
                <a:solidFill>
                  <a:srgbClr val="9AA5B1"/>
                </a:solidFill>
                <a:latin typeface="Arial"/>
                <a:ea typeface="Arial"/>
                <a:cs typeface="Arial"/>
              </a:defRPr>
            </a:lvl3pPr>
            <a:lvl4pPr algn="l">
              <a:buNone/>
              <a:defRPr sz="1575" b="1">
                <a:solidFill>
                  <a:srgbClr val="9AA5B1"/>
                </a:solidFill>
                <a:latin typeface="Arial"/>
                <a:ea typeface="Arial"/>
                <a:cs typeface="Arial"/>
              </a:defRPr>
            </a:lvl4pPr>
            <a:lvl5pPr algn="l">
              <a:buNone/>
              <a:defRPr sz="1575" b="1">
                <a:solidFill>
                  <a:srgbClr val="9AA5B1"/>
                </a:solidFill>
                <a:latin typeface="Arial"/>
                <a:ea typeface="Arial"/>
                <a:cs typeface="Arial"/>
              </a:defRPr>
            </a:lvl5pPr>
            <a:lvl6pPr algn="l">
              <a:buNone/>
              <a:defRPr sz="1575" b="1">
                <a:solidFill>
                  <a:srgbClr val="9AA5B1"/>
                </a:solidFill>
                <a:latin typeface="Arial"/>
                <a:ea typeface="Arial"/>
                <a:cs typeface="Arial"/>
              </a:defRPr>
            </a:lvl6pPr>
            <a:lvl7pPr algn="l">
              <a:buNone/>
              <a:defRPr sz="1575" b="1">
                <a:solidFill>
                  <a:srgbClr val="9AA5B1"/>
                </a:solidFill>
                <a:latin typeface="Arial"/>
                <a:ea typeface="Arial"/>
                <a:cs typeface="Arial"/>
              </a:defRPr>
            </a:lvl7pPr>
            <a:lvl8pPr algn="l">
              <a:buNone/>
              <a:defRPr sz="1575" b="1">
                <a:solidFill>
                  <a:srgbClr val="9AA5B1"/>
                </a:solidFill>
                <a:latin typeface="Arial"/>
                <a:ea typeface="Arial"/>
                <a:cs typeface="Arial"/>
              </a:defRPr>
            </a:lvl8pPr>
            <a:lvl9pPr algn="l">
              <a:buNone/>
              <a:defRPr sz="1575" b="1">
                <a:solidFill>
                  <a:srgbClr val="9AA5B1"/>
                </a:solidFill>
                <a:latin typeface="Arial"/>
                <a:ea typeface="Arial"/>
                <a:cs typeface="Arial"/>
              </a:defRPr>
            </a:lvl9pPr>
          </a:lstStyle>
          <a:p>
            <a:pPr algn="l">
              <a:buNone/>
              <a:defRPr sz="1575" b="1">
                <a:solidFill>
                  <a:srgbClr val="9AA5B1"/>
                </a:solidFill>
                <a:latin typeface="Arial"/>
                <a:ea typeface="Arial"/>
                <a:cs typeface="Arial"/>
              </a:defRPr>
            </a:pPr>
            <a:r>
              <a:rPr sz="1575" b="1">
                <a:solidFill>
                  <a:srgbClr val="9AA5B1"/>
                </a:solidFill>
                <a:latin typeface="Arial"/>
                <a:ea typeface="Arial"/>
                <a:cs typeface="Arial"/>
              </a:rPr>
              <a:t>2</a:t>
            </a:r>
          </a:p>
        </p:txBody>
      </p:sp>
      <p:sp>
        <p:nvSpPr>
          <p:cNvPr id="11" name="직사각형 10">
            <a:extLst>
              <a:ext uri="{FF2B5EF4-FFF2-40B4-BE49-F238E27FC236}">
                <a16:creationId xmlns:a16="http://schemas.microsoft.com/office/drawing/2014/main" id="{37F98C89-5CEE-4572-9CB0-F3F00BEA660F}"/>
              </a:ext>
            </a:extLst>
          </p:cNvPr>
          <p:cNvSpPr>
            <a:spLocks noGrp="1"/>
          </p:cNvSpPr>
          <p:nvPr/>
        </p:nvSpPr>
        <p:spPr>
          <a:xfrm>
            <a:off x="1219200" y="333375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Large local domain model for email, summaries, drafts, and events</a:t>
            </a:r>
          </a:p>
        </p:txBody>
      </p:sp>
      <p:sp>
        <p:nvSpPr>
          <p:cNvPr id="12" name="직사각형 11">
            <a:extLst>
              <a:ext uri="{FF2B5EF4-FFF2-40B4-BE49-F238E27FC236}">
                <a16:creationId xmlns:a16="http://schemas.microsoft.com/office/drawing/2014/main" id="{819D54E8-B9B7-4BEB-A94D-862B041BC0D5}"/>
              </a:ext>
            </a:extLst>
          </p:cNvPr>
          <p:cNvSpPr>
            <a:spLocks noGrp="1"/>
          </p:cNvSpPr>
          <p:nvPr/>
        </p:nvSpPr>
        <p:spPr>
          <a:xfrm>
            <a:off x="781050" y="4229100"/>
            <a:ext cx="323850" cy="323850"/>
          </a:xfrm>
          <a:prstGeom prst="rect">
            <a:avLst/>
          </a:prstGeom>
          <a:noFill/>
          <a:ln w="0">
            <a:noFill/>
            <a:prstDash val="solid"/>
          </a:ln>
        </p:spPr>
        <p:txBody>
          <a:bodyPr wrap="square" lIns="0" tIns="0" rIns="0" bIns="0" anchor="t">
            <a:normAutofit/>
          </a:bodyPr>
          <a:lstStyle>
            <a:defPPr algn="l">
              <a:defRPr sz="1575" b="1">
                <a:solidFill>
                  <a:srgbClr val="9AA5B1"/>
                </a:solidFill>
                <a:latin typeface="Arial"/>
                <a:ea typeface="Arial"/>
                <a:cs typeface="Arial"/>
              </a:defRPr>
            </a:defPPr>
            <a:lvl1pPr algn="l">
              <a:buNone/>
              <a:defRPr sz="1575" b="1">
                <a:solidFill>
                  <a:srgbClr val="9AA5B1"/>
                </a:solidFill>
                <a:latin typeface="Arial"/>
                <a:ea typeface="Arial"/>
                <a:cs typeface="Arial"/>
              </a:defRPr>
            </a:lvl1pPr>
            <a:lvl2pPr algn="l">
              <a:buNone/>
              <a:defRPr sz="1575" b="1">
                <a:solidFill>
                  <a:srgbClr val="9AA5B1"/>
                </a:solidFill>
                <a:latin typeface="Arial"/>
                <a:ea typeface="Arial"/>
                <a:cs typeface="Arial"/>
              </a:defRPr>
            </a:lvl2pPr>
            <a:lvl3pPr algn="l">
              <a:buNone/>
              <a:defRPr sz="1575" b="1">
                <a:solidFill>
                  <a:srgbClr val="9AA5B1"/>
                </a:solidFill>
                <a:latin typeface="Arial"/>
                <a:ea typeface="Arial"/>
                <a:cs typeface="Arial"/>
              </a:defRPr>
            </a:lvl3pPr>
            <a:lvl4pPr algn="l">
              <a:buNone/>
              <a:defRPr sz="1575" b="1">
                <a:solidFill>
                  <a:srgbClr val="9AA5B1"/>
                </a:solidFill>
                <a:latin typeface="Arial"/>
                <a:ea typeface="Arial"/>
                <a:cs typeface="Arial"/>
              </a:defRPr>
            </a:lvl4pPr>
            <a:lvl5pPr algn="l">
              <a:buNone/>
              <a:defRPr sz="1575" b="1">
                <a:solidFill>
                  <a:srgbClr val="9AA5B1"/>
                </a:solidFill>
                <a:latin typeface="Arial"/>
                <a:ea typeface="Arial"/>
                <a:cs typeface="Arial"/>
              </a:defRPr>
            </a:lvl5pPr>
            <a:lvl6pPr algn="l">
              <a:buNone/>
              <a:defRPr sz="1575" b="1">
                <a:solidFill>
                  <a:srgbClr val="9AA5B1"/>
                </a:solidFill>
                <a:latin typeface="Arial"/>
                <a:ea typeface="Arial"/>
                <a:cs typeface="Arial"/>
              </a:defRPr>
            </a:lvl6pPr>
            <a:lvl7pPr algn="l">
              <a:buNone/>
              <a:defRPr sz="1575" b="1">
                <a:solidFill>
                  <a:srgbClr val="9AA5B1"/>
                </a:solidFill>
                <a:latin typeface="Arial"/>
                <a:ea typeface="Arial"/>
                <a:cs typeface="Arial"/>
              </a:defRPr>
            </a:lvl7pPr>
            <a:lvl8pPr algn="l">
              <a:buNone/>
              <a:defRPr sz="1575" b="1">
                <a:solidFill>
                  <a:srgbClr val="9AA5B1"/>
                </a:solidFill>
                <a:latin typeface="Arial"/>
                <a:ea typeface="Arial"/>
                <a:cs typeface="Arial"/>
              </a:defRPr>
            </a:lvl8pPr>
            <a:lvl9pPr algn="l">
              <a:buNone/>
              <a:defRPr sz="1575" b="1">
                <a:solidFill>
                  <a:srgbClr val="9AA5B1"/>
                </a:solidFill>
                <a:latin typeface="Arial"/>
                <a:ea typeface="Arial"/>
                <a:cs typeface="Arial"/>
              </a:defRPr>
            </a:lvl9pPr>
          </a:lstStyle>
          <a:p>
            <a:pPr algn="l">
              <a:buNone/>
              <a:defRPr sz="1575" b="1">
                <a:solidFill>
                  <a:srgbClr val="9AA5B1"/>
                </a:solidFill>
                <a:latin typeface="Arial"/>
                <a:ea typeface="Arial"/>
                <a:cs typeface="Arial"/>
              </a:defRPr>
            </a:pPr>
            <a:r>
              <a:rPr sz="1575" b="1">
                <a:solidFill>
                  <a:srgbClr val="9AA5B1"/>
                </a:solidFill>
                <a:latin typeface="Arial"/>
                <a:ea typeface="Arial"/>
                <a:cs typeface="Arial"/>
              </a:rPr>
              <a:t>3</a:t>
            </a:r>
          </a:p>
        </p:txBody>
      </p:sp>
      <p:sp>
        <p:nvSpPr>
          <p:cNvPr id="13" name="직사각형 12">
            <a:extLst>
              <a:ext uri="{FF2B5EF4-FFF2-40B4-BE49-F238E27FC236}">
                <a16:creationId xmlns:a16="http://schemas.microsoft.com/office/drawing/2014/main" id="{8380A3ED-B548-4E85-B1EE-7BBFC359CA89}"/>
              </a:ext>
            </a:extLst>
          </p:cNvPr>
          <p:cNvSpPr>
            <a:spLocks noGrp="1"/>
          </p:cNvSpPr>
          <p:nvPr/>
        </p:nvSpPr>
        <p:spPr>
          <a:xfrm>
            <a:off x="1219200" y="422910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AI reply and Calendar views shown as product concepts</a:t>
            </a:r>
          </a:p>
        </p:txBody>
      </p:sp>
      <p:sp>
        <p:nvSpPr>
          <p:cNvPr id="14" name="직사각형 13">
            <a:extLst>
              <a:ext uri="{FF2B5EF4-FFF2-40B4-BE49-F238E27FC236}">
                <a16:creationId xmlns:a16="http://schemas.microsoft.com/office/drawing/2014/main" id="{4D5ABCD5-93E7-42DE-A838-58546D9974FF}"/>
              </a:ext>
            </a:extLst>
          </p:cNvPr>
          <p:cNvSpPr>
            <a:spLocks noGrp="1"/>
          </p:cNvSpPr>
          <p:nvPr/>
        </p:nvSpPr>
        <p:spPr>
          <a:xfrm>
            <a:off x="781050" y="5124450"/>
            <a:ext cx="323850" cy="323850"/>
          </a:xfrm>
          <a:prstGeom prst="rect">
            <a:avLst/>
          </a:prstGeom>
          <a:noFill/>
          <a:ln w="0">
            <a:noFill/>
            <a:prstDash val="solid"/>
          </a:ln>
        </p:spPr>
        <p:txBody>
          <a:bodyPr wrap="square" lIns="0" tIns="0" rIns="0" bIns="0" anchor="t">
            <a:normAutofit/>
          </a:bodyPr>
          <a:lstStyle>
            <a:defPPr algn="l">
              <a:defRPr sz="1575" b="1">
                <a:solidFill>
                  <a:srgbClr val="9AA5B1"/>
                </a:solidFill>
                <a:latin typeface="Arial"/>
                <a:ea typeface="Arial"/>
                <a:cs typeface="Arial"/>
              </a:defRPr>
            </a:defPPr>
            <a:lvl1pPr algn="l">
              <a:buNone/>
              <a:defRPr sz="1575" b="1">
                <a:solidFill>
                  <a:srgbClr val="9AA5B1"/>
                </a:solidFill>
                <a:latin typeface="Arial"/>
                <a:ea typeface="Arial"/>
                <a:cs typeface="Arial"/>
              </a:defRPr>
            </a:lvl1pPr>
            <a:lvl2pPr algn="l">
              <a:buNone/>
              <a:defRPr sz="1575" b="1">
                <a:solidFill>
                  <a:srgbClr val="9AA5B1"/>
                </a:solidFill>
                <a:latin typeface="Arial"/>
                <a:ea typeface="Arial"/>
                <a:cs typeface="Arial"/>
              </a:defRPr>
            </a:lvl2pPr>
            <a:lvl3pPr algn="l">
              <a:buNone/>
              <a:defRPr sz="1575" b="1">
                <a:solidFill>
                  <a:srgbClr val="9AA5B1"/>
                </a:solidFill>
                <a:latin typeface="Arial"/>
                <a:ea typeface="Arial"/>
                <a:cs typeface="Arial"/>
              </a:defRPr>
            </a:lvl3pPr>
            <a:lvl4pPr algn="l">
              <a:buNone/>
              <a:defRPr sz="1575" b="1">
                <a:solidFill>
                  <a:srgbClr val="9AA5B1"/>
                </a:solidFill>
                <a:latin typeface="Arial"/>
                <a:ea typeface="Arial"/>
                <a:cs typeface="Arial"/>
              </a:defRPr>
            </a:lvl4pPr>
            <a:lvl5pPr algn="l">
              <a:buNone/>
              <a:defRPr sz="1575" b="1">
                <a:solidFill>
                  <a:srgbClr val="9AA5B1"/>
                </a:solidFill>
                <a:latin typeface="Arial"/>
                <a:ea typeface="Arial"/>
                <a:cs typeface="Arial"/>
              </a:defRPr>
            </a:lvl5pPr>
            <a:lvl6pPr algn="l">
              <a:buNone/>
              <a:defRPr sz="1575" b="1">
                <a:solidFill>
                  <a:srgbClr val="9AA5B1"/>
                </a:solidFill>
                <a:latin typeface="Arial"/>
                <a:ea typeface="Arial"/>
                <a:cs typeface="Arial"/>
              </a:defRPr>
            </a:lvl6pPr>
            <a:lvl7pPr algn="l">
              <a:buNone/>
              <a:defRPr sz="1575" b="1">
                <a:solidFill>
                  <a:srgbClr val="9AA5B1"/>
                </a:solidFill>
                <a:latin typeface="Arial"/>
                <a:ea typeface="Arial"/>
                <a:cs typeface="Arial"/>
              </a:defRPr>
            </a:lvl7pPr>
            <a:lvl8pPr algn="l">
              <a:buNone/>
              <a:defRPr sz="1575" b="1">
                <a:solidFill>
                  <a:srgbClr val="9AA5B1"/>
                </a:solidFill>
                <a:latin typeface="Arial"/>
                <a:ea typeface="Arial"/>
                <a:cs typeface="Arial"/>
              </a:defRPr>
            </a:lvl8pPr>
            <a:lvl9pPr algn="l">
              <a:buNone/>
              <a:defRPr sz="1575" b="1">
                <a:solidFill>
                  <a:srgbClr val="9AA5B1"/>
                </a:solidFill>
                <a:latin typeface="Arial"/>
                <a:ea typeface="Arial"/>
                <a:cs typeface="Arial"/>
              </a:defRPr>
            </a:lvl9pPr>
          </a:lstStyle>
          <a:p>
            <a:pPr algn="l">
              <a:buNone/>
              <a:defRPr sz="1575" b="1">
                <a:solidFill>
                  <a:srgbClr val="9AA5B1"/>
                </a:solidFill>
                <a:latin typeface="Arial"/>
                <a:ea typeface="Arial"/>
                <a:cs typeface="Arial"/>
              </a:defRPr>
            </a:pPr>
            <a:r>
              <a:rPr sz="1575" b="1">
                <a:solidFill>
                  <a:srgbClr val="9AA5B1"/>
                </a:solidFill>
                <a:latin typeface="Arial"/>
                <a:ea typeface="Arial"/>
                <a:cs typeface="Arial"/>
              </a:rPr>
              <a:t>4</a:t>
            </a:r>
          </a:p>
        </p:txBody>
      </p:sp>
      <p:sp>
        <p:nvSpPr>
          <p:cNvPr id="15" name="직사각형 14">
            <a:extLst>
              <a:ext uri="{FF2B5EF4-FFF2-40B4-BE49-F238E27FC236}">
                <a16:creationId xmlns:a16="http://schemas.microsoft.com/office/drawing/2014/main" id="{16CB003C-D92C-45AE-A5F8-0A1E05834608}"/>
              </a:ext>
            </a:extLst>
          </p:cNvPr>
          <p:cNvSpPr>
            <a:spLocks noGrp="1"/>
          </p:cNvSpPr>
          <p:nvPr/>
        </p:nvSpPr>
        <p:spPr>
          <a:xfrm>
            <a:off x="1219200" y="512445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Deployment platform not selected</a:t>
            </a:r>
          </a:p>
        </p:txBody>
      </p:sp>
      <p:sp>
        <p:nvSpPr>
          <p:cNvPr id="16" name="직사각형 15">
            <a:extLst>
              <a:ext uri="{FF2B5EF4-FFF2-40B4-BE49-F238E27FC236}">
                <a16:creationId xmlns:a16="http://schemas.microsoft.com/office/drawing/2014/main" id="{83DCAD52-2CF9-4A31-A9FB-0F34C71E590C}"/>
              </a:ext>
            </a:extLst>
          </p:cNvPr>
          <p:cNvSpPr>
            <a:spLocks noGrp="1"/>
          </p:cNvSpPr>
          <p:nvPr/>
        </p:nvSpPr>
        <p:spPr>
          <a:xfrm>
            <a:off x="6591300" y="2438400"/>
            <a:ext cx="323850" cy="323850"/>
          </a:xfrm>
          <a:prstGeom prst="rect">
            <a:avLst/>
          </a:prstGeom>
          <a:noFill/>
          <a:ln w="0">
            <a:noFill/>
            <a:prstDash val="solid"/>
          </a:ln>
        </p:spPr>
        <p:txBody>
          <a:bodyPr wrap="square" lIns="0" tIns="0" rIns="0" bIns="0" anchor="t">
            <a:normAutofit/>
          </a:bodyPr>
          <a:lstStyle>
            <a:defPPr algn="l">
              <a:defRPr sz="1575" b="1">
                <a:solidFill>
                  <a:srgbClr val="008C8C"/>
                </a:solidFill>
                <a:latin typeface="Arial"/>
                <a:ea typeface="Arial"/>
                <a:cs typeface="Arial"/>
              </a:defRPr>
            </a:defPPr>
            <a:lvl1pPr algn="l">
              <a:buNone/>
              <a:defRPr sz="1575" b="1">
                <a:solidFill>
                  <a:srgbClr val="008C8C"/>
                </a:solidFill>
                <a:latin typeface="Arial"/>
                <a:ea typeface="Arial"/>
                <a:cs typeface="Arial"/>
              </a:defRPr>
            </a:lvl1pPr>
            <a:lvl2pPr algn="l">
              <a:buNone/>
              <a:defRPr sz="1575" b="1">
                <a:solidFill>
                  <a:srgbClr val="008C8C"/>
                </a:solidFill>
                <a:latin typeface="Arial"/>
                <a:ea typeface="Arial"/>
                <a:cs typeface="Arial"/>
              </a:defRPr>
            </a:lvl2pPr>
            <a:lvl3pPr algn="l">
              <a:buNone/>
              <a:defRPr sz="1575" b="1">
                <a:solidFill>
                  <a:srgbClr val="008C8C"/>
                </a:solidFill>
                <a:latin typeface="Arial"/>
                <a:ea typeface="Arial"/>
                <a:cs typeface="Arial"/>
              </a:defRPr>
            </a:lvl3pPr>
            <a:lvl4pPr algn="l">
              <a:buNone/>
              <a:defRPr sz="1575" b="1">
                <a:solidFill>
                  <a:srgbClr val="008C8C"/>
                </a:solidFill>
                <a:latin typeface="Arial"/>
                <a:ea typeface="Arial"/>
                <a:cs typeface="Arial"/>
              </a:defRPr>
            </a:lvl4pPr>
            <a:lvl5pPr algn="l">
              <a:buNone/>
              <a:defRPr sz="1575" b="1">
                <a:solidFill>
                  <a:srgbClr val="008C8C"/>
                </a:solidFill>
                <a:latin typeface="Arial"/>
                <a:ea typeface="Arial"/>
                <a:cs typeface="Arial"/>
              </a:defRPr>
            </a:lvl5pPr>
            <a:lvl6pPr algn="l">
              <a:buNone/>
              <a:defRPr sz="1575" b="1">
                <a:solidFill>
                  <a:srgbClr val="008C8C"/>
                </a:solidFill>
                <a:latin typeface="Arial"/>
                <a:ea typeface="Arial"/>
                <a:cs typeface="Arial"/>
              </a:defRPr>
            </a:lvl6pPr>
            <a:lvl7pPr algn="l">
              <a:buNone/>
              <a:defRPr sz="1575" b="1">
                <a:solidFill>
                  <a:srgbClr val="008C8C"/>
                </a:solidFill>
                <a:latin typeface="Arial"/>
                <a:ea typeface="Arial"/>
                <a:cs typeface="Arial"/>
              </a:defRPr>
            </a:lvl7pPr>
            <a:lvl8pPr algn="l">
              <a:buNone/>
              <a:defRPr sz="1575" b="1">
                <a:solidFill>
                  <a:srgbClr val="008C8C"/>
                </a:solidFill>
                <a:latin typeface="Arial"/>
                <a:ea typeface="Arial"/>
                <a:cs typeface="Arial"/>
              </a:defRPr>
            </a:lvl8pPr>
            <a:lvl9pPr algn="l">
              <a:buNone/>
              <a:defRPr sz="1575" b="1">
                <a:solidFill>
                  <a:srgbClr val="008C8C"/>
                </a:solidFill>
                <a:latin typeface="Arial"/>
                <a:ea typeface="Arial"/>
                <a:cs typeface="Arial"/>
              </a:defRPr>
            </a:lvl9pPr>
          </a:lstStyle>
          <a:p>
            <a:pPr algn="l">
              <a:buNone/>
              <a:defRPr sz="1575" b="1">
                <a:solidFill>
                  <a:srgbClr val="008C8C"/>
                </a:solidFill>
                <a:latin typeface="Arial"/>
                <a:ea typeface="Arial"/>
                <a:cs typeface="Arial"/>
              </a:defRPr>
            </a:pPr>
            <a:r>
              <a:rPr sz="1575" b="1">
                <a:solidFill>
                  <a:srgbClr val="008C8C"/>
                </a:solidFill>
                <a:latin typeface="Arial"/>
                <a:ea typeface="Arial"/>
                <a:cs typeface="Arial"/>
              </a:rPr>
              <a:t>1</a:t>
            </a:r>
          </a:p>
        </p:txBody>
      </p:sp>
      <p:sp>
        <p:nvSpPr>
          <p:cNvPr id="17" name="직사각형 16">
            <a:extLst>
              <a:ext uri="{FF2B5EF4-FFF2-40B4-BE49-F238E27FC236}">
                <a16:creationId xmlns:a16="http://schemas.microsoft.com/office/drawing/2014/main" id="{82D87D20-1FA9-4C20-89FE-248C1B70B110}"/>
              </a:ext>
            </a:extLst>
          </p:cNvPr>
          <p:cNvSpPr>
            <a:spLocks noGrp="1"/>
          </p:cNvSpPr>
          <p:nvPr/>
        </p:nvSpPr>
        <p:spPr>
          <a:xfrm>
            <a:off x="7029450" y="243840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One full-stack Next.js application</a:t>
            </a:r>
          </a:p>
        </p:txBody>
      </p:sp>
      <p:sp>
        <p:nvSpPr>
          <p:cNvPr id="18" name="직사각형 17">
            <a:extLst>
              <a:ext uri="{FF2B5EF4-FFF2-40B4-BE49-F238E27FC236}">
                <a16:creationId xmlns:a16="http://schemas.microsoft.com/office/drawing/2014/main" id="{7C8AC46C-5824-4762-AEFF-36AEBD19E59E}"/>
              </a:ext>
            </a:extLst>
          </p:cNvPr>
          <p:cNvSpPr>
            <a:spLocks noGrp="1"/>
          </p:cNvSpPr>
          <p:nvPr/>
        </p:nvSpPr>
        <p:spPr>
          <a:xfrm>
            <a:off x="6591300" y="3333750"/>
            <a:ext cx="323850" cy="323850"/>
          </a:xfrm>
          <a:prstGeom prst="rect">
            <a:avLst/>
          </a:prstGeom>
          <a:noFill/>
          <a:ln w="0">
            <a:noFill/>
            <a:prstDash val="solid"/>
          </a:ln>
        </p:spPr>
        <p:txBody>
          <a:bodyPr wrap="square" lIns="0" tIns="0" rIns="0" bIns="0" anchor="t">
            <a:normAutofit/>
          </a:bodyPr>
          <a:lstStyle>
            <a:defPPr algn="l">
              <a:defRPr sz="1575" b="1">
                <a:solidFill>
                  <a:srgbClr val="008C8C"/>
                </a:solidFill>
                <a:latin typeface="Arial"/>
                <a:ea typeface="Arial"/>
                <a:cs typeface="Arial"/>
              </a:defRPr>
            </a:defPPr>
            <a:lvl1pPr algn="l">
              <a:buNone/>
              <a:defRPr sz="1575" b="1">
                <a:solidFill>
                  <a:srgbClr val="008C8C"/>
                </a:solidFill>
                <a:latin typeface="Arial"/>
                <a:ea typeface="Arial"/>
                <a:cs typeface="Arial"/>
              </a:defRPr>
            </a:lvl1pPr>
            <a:lvl2pPr algn="l">
              <a:buNone/>
              <a:defRPr sz="1575" b="1">
                <a:solidFill>
                  <a:srgbClr val="008C8C"/>
                </a:solidFill>
                <a:latin typeface="Arial"/>
                <a:ea typeface="Arial"/>
                <a:cs typeface="Arial"/>
              </a:defRPr>
            </a:lvl2pPr>
            <a:lvl3pPr algn="l">
              <a:buNone/>
              <a:defRPr sz="1575" b="1">
                <a:solidFill>
                  <a:srgbClr val="008C8C"/>
                </a:solidFill>
                <a:latin typeface="Arial"/>
                <a:ea typeface="Arial"/>
                <a:cs typeface="Arial"/>
              </a:defRPr>
            </a:lvl3pPr>
            <a:lvl4pPr algn="l">
              <a:buNone/>
              <a:defRPr sz="1575" b="1">
                <a:solidFill>
                  <a:srgbClr val="008C8C"/>
                </a:solidFill>
                <a:latin typeface="Arial"/>
                <a:ea typeface="Arial"/>
                <a:cs typeface="Arial"/>
              </a:defRPr>
            </a:lvl4pPr>
            <a:lvl5pPr algn="l">
              <a:buNone/>
              <a:defRPr sz="1575" b="1">
                <a:solidFill>
                  <a:srgbClr val="008C8C"/>
                </a:solidFill>
                <a:latin typeface="Arial"/>
                <a:ea typeface="Arial"/>
                <a:cs typeface="Arial"/>
              </a:defRPr>
            </a:lvl5pPr>
            <a:lvl6pPr algn="l">
              <a:buNone/>
              <a:defRPr sz="1575" b="1">
                <a:solidFill>
                  <a:srgbClr val="008C8C"/>
                </a:solidFill>
                <a:latin typeface="Arial"/>
                <a:ea typeface="Arial"/>
                <a:cs typeface="Arial"/>
              </a:defRPr>
            </a:lvl6pPr>
            <a:lvl7pPr algn="l">
              <a:buNone/>
              <a:defRPr sz="1575" b="1">
                <a:solidFill>
                  <a:srgbClr val="008C8C"/>
                </a:solidFill>
                <a:latin typeface="Arial"/>
                <a:ea typeface="Arial"/>
                <a:cs typeface="Arial"/>
              </a:defRPr>
            </a:lvl7pPr>
            <a:lvl8pPr algn="l">
              <a:buNone/>
              <a:defRPr sz="1575" b="1">
                <a:solidFill>
                  <a:srgbClr val="008C8C"/>
                </a:solidFill>
                <a:latin typeface="Arial"/>
                <a:ea typeface="Arial"/>
                <a:cs typeface="Arial"/>
              </a:defRPr>
            </a:lvl8pPr>
            <a:lvl9pPr algn="l">
              <a:buNone/>
              <a:defRPr sz="1575" b="1">
                <a:solidFill>
                  <a:srgbClr val="008C8C"/>
                </a:solidFill>
                <a:latin typeface="Arial"/>
                <a:ea typeface="Arial"/>
                <a:cs typeface="Arial"/>
              </a:defRPr>
            </a:lvl9pPr>
          </a:lstStyle>
          <a:p>
            <a:pPr algn="l">
              <a:buNone/>
              <a:defRPr sz="1575" b="1">
                <a:solidFill>
                  <a:srgbClr val="008C8C"/>
                </a:solidFill>
                <a:latin typeface="Arial"/>
                <a:ea typeface="Arial"/>
                <a:cs typeface="Arial"/>
              </a:defRPr>
            </a:pPr>
            <a:r>
              <a:rPr sz="1575" b="1">
                <a:solidFill>
                  <a:srgbClr val="008C8C"/>
                </a:solidFill>
                <a:latin typeface="Arial"/>
                <a:ea typeface="Arial"/>
                <a:cs typeface="Arial"/>
              </a:rPr>
              <a:t>2</a:t>
            </a:r>
          </a:p>
        </p:txBody>
      </p:sp>
      <p:sp>
        <p:nvSpPr>
          <p:cNvPr id="19" name="직사각형 18">
            <a:extLst>
              <a:ext uri="{FF2B5EF4-FFF2-40B4-BE49-F238E27FC236}">
                <a16:creationId xmlns:a16="http://schemas.microsoft.com/office/drawing/2014/main" id="{85C7F7A2-9776-4DAD-A1DE-E62D6B96E4BC}"/>
              </a:ext>
            </a:extLst>
          </p:cNvPr>
          <p:cNvSpPr>
            <a:spLocks noGrp="1"/>
          </p:cNvSpPr>
          <p:nvPr/>
        </p:nvSpPr>
        <p:spPr>
          <a:xfrm>
            <a:off x="7029450" y="333375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SQLite stores only users, current priorities, and priority history</a:t>
            </a:r>
          </a:p>
        </p:txBody>
      </p:sp>
      <p:sp>
        <p:nvSpPr>
          <p:cNvPr id="20" name="직사각형 19">
            <a:extLst>
              <a:ext uri="{FF2B5EF4-FFF2-40B4-BE49-F238E27FC236}">
                <a16:creationId xmlns:a16="http://schemas.microsoft.com/office/drawing/2014/main" id="{EAFAB3C1-1F72-4D86-B264-0BE888173AB2}"/>
              </a:ext>
            </a:extLst>
          </p:cNvPr>
          <p:cNvSpPr>
            <a:spLocks noGrp="1"/>
          </p:cNvSpPr>
          <p:nvPr/>
        </p:nvSpPr>
        <p:spPr>
          <a:xfrm>
            <a:off x="6591300" y="4229100"/>
            <a:ext cx="323850" cy="323850"/>
          </a:xfrm>
          <a:prstGeom prst="rect">
            <a:avLst/>
          </a:prstGeom>
          <a:noFill/>
          <a:ln w="0">
            <a:noFill/>
            <a:prstDash val="solid"/>
          </a:ln>
        </p:spPr>
        <p:txBody>
          <a:bodyPr wrap="square" lIns="0" tIns="0" rIns="0" bIns="0" anchor="t">
            <a:normAutofit/>
          </a:bodyPr>
          <a:lstStyle>
            <a:defPPr algn="l">
              <a:defRPr sz="1575" b="1">
                <a:solidFill>
                  <a:srgbClr val="008C8C"/>
                </a:solidFill>
                <a:latin typeface="Arial"/>
                <a:ea typeface="Arial"/>
                <a:cs typeface="Arial"/>
              </a:defRPr>
            </a:defPPr>
            <a:lvl1pPr algn="l">
              <a:buNone/>
              <a:defRPr sz="1575" b="1">
                <a:solidFill>
                  <a:srgbClr val="008C8C"/>
                </a:solidFill>
                <a:latin typeface="Arial"/>
                <a:ea typeface="Arial"/>
                <a:cs typeface="Arial"/>
              </a:defRPr>
            </a:lvl1pPr>
            <a:lvl2pPr algn="l">
              <a:buNone/>
              <a:defRPr sz="1575" b="1">
                <a:solidFill>
                  <a:srgbClr val="008C8C"/>
                </a:solidFill>
                <a:latin typeface="Arial"/>
                <a:ea typeface="Arial"/>
                <a:cs typeface="Arial"/>
              </a:defRPr>
            </a:lvl2pPr>
            <a:lvl3pPr algn="l">
              <a:buNone/>
              <a:defRPr sz="1575" b="1">
                <a:solidFill>
                  <a:srgbClr val="008C8C"/>
                </a:solidFill>
                <a:latin typeface="Arial"/>
                <a:ea typeface="Arial"/>
                <a:cs typeface="Arial"/>
              </a:defRPr>
            </a:lvl3pPr>
            <a:lvl4pPr algn="l">
              <a:buNone/>
              <a:defRPr sz="1575" b="1">
                <a:solidFill>
                  <a:srgbClr val="008C8C"/>
                </a:solidFill>
                <a:latin typeface="Arial"/>
                <a:ea typeface="Arial"/>
                <a:cs typeface="Arial"/>
              </a:defRPr>
            </a:lvl4pPr>
            <a:lvl5pPr algn="l">
              <a:buNone/>
              <a:defRPr sz="1575" b="1">
                <a:solidFill>
                  <a:srgbClr val="008C8C"/>
                </a:solidFill>
                <a:latin typeface="Arial"/>
                <a:ea typeface="Arial"/>
                <a:cs typeface="Arial"/>
              </a:defRPr>
            </a:lvl5pPr>
            <a:lvl6pPr algn="l">
              <a:buNone/>
              <a:defRPr sz="1575" b="1">
                <a:solidFill>
                  <a:srgbClr val="008C8C"/>
                </a:solidFill>
                <a:latin typeface="Arial"/>
                <a:ea typeface="Arial"/>
                <a:cs typeface="Arial"/>
              </a:defRPr>
            </a:lvl6pPr>
            <a:lvl7pPr algn="l">
              <a:buNone/>
              <a:defRPr sz="1575" b="1">
                <a:solidFill>
                  <a:srgbClr val="008C8C"/>
                </a:solidFill>
                <a:latin typeface="Arial"/>
                <a:ea typeface="Arial"/>
                <a:cs typeface="Arial"/>
              </a:defRPr>
            </a:lvl7pPr>
            <a:lvl8pPr algn="l">
              <a:buNone/>
              <a:defRPr sz="1575" b="1">
                <a:solidFill>
                  <a:srgbClr val="008C8C"/>
                </a:solidFill>
                <a:latin typeface="Arial"/>
                <a:ea typeface="Arial"/>
                <a:cs typeface="Arial"/>
              </a:defRPr>
            </a:lvl8pPr>
            <a:lvl9pPr algn="l">
              <a:buNone/>
              <a:defRPr sz="1575" b="1">
                <a:solidFill>
                  <a:srgbClr val="008C8C"/>
                </a:solidFill>
                <a:latin typeface="Arial"/>
                <a:ea typeface="Arial"/>
                <a:cs typeface="Arial"/>
              </a:defRPr>
            </a:lvl9pPr>
          </a:lstStyle>
          <a:p>
            <a:pPr algn="l">
              <a:buNone/>
              <a:defRPr sz="1575" b="1">
                <a:solidFill>
                  <a:srgbClr val="008C8C"/>
                </a:solidFill>
                <a:latin typeface="Arial"/>
                <a:ea typeface="Arial"/>
                <a:cs typeface="Arial"/>
              </a:defRPr>
            </a:pPr>
            <a:r>
              <a:rPr sz="1575" b="1">
                <a:solidFill>
                  <a:srgbClr val="008C8C"/>
                </a:solidFill>
                <a:latin typeface="Arial"/>
                <a:ea typeface="Arial"/>
                <a:cs typeface="Arial"/>
              </a:rPr>
              <a:t>3</a:t>
            </a:r>
          </a:p>
        </p:txBody>
      </p:sp>
      <p:sp>
        <p:nvSpPr>
          <p:cNvPr id="21" name="직사각형 20">
            <a:extLst>
              <a:ext uri="{FF2B5EF4-FFF2-40B4-BE49-F238E27FC236}">
                <a16:creationId xmlns:a16="http://schemas.microsoft.com/office/drawing/2014/main" id="{ADE52F93-B014-48B6-BF85-388268E1BC1A}"/>
              </a:ext>
            </a:extLst>
          </p:cNvPr>
          <p:cNvSpPr>
            <a:spLocks noGrp="1"/>
          </p:cNvSpPr>
          <p:nvPr/>
        </p:nvSpPr>
        <p:spPr>
          <a:xfrm>
            <a:off x="7029450" y="422910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Gmail workflow works; AI Draft and Calendar APIs remain planned</a:t>
            </a:r>
          </a:p>
        </p:txBody>
      </p:sp>
      <p:sp>
        <p:nvSpPr>
          <p:cNvPr id="22" name="직사각형 21">
            <a:extLst>
              <a:ext uri="{FF2B5EF4-FFF2-40B4-BE49-F238E27FC236}">
                <a16:creationId xmlns:a16="http://schemas.microsoft.com/office/drawing/2014/main" id="{8564D2A2-3F5E-4EBC-BD52-3A131E20682C}"/>
              </a:ext>
            </a:extLst>
          </p:cNvPr>
          <p:cNvSpPr>
            <a:spLocks noGrp="1"/>
          </p:cNvSpPr>
          <p:nvPr/>
        </p:nvSpPr>
        <p:spPr>
          <a:xfrm>
            <a:off x="6591300" y="5124450"/>
            <a:ext cx="323850" cy="323850"/>
          </a:xfrm>
          <a:prstGeom prst="rect">
            <a:avLst/>
          </a:prstGeom>
          <a:noFill/>
          <a:ln w="0">
            <a:noFill/>
            <a:prstDash val="solid"/>
          </a:ln>
        </p:spPr>
        <p:txBody>
          <a:bodyPr wrap="square" lIns="0" tIns="0" rIns="0" bIns="0" anchor="t">
            <a:normAutofit/>
          </a:bodyPr>
          <a:lstStyle>
            <a:defPPr algn="l">
              <a:defRPr sz="1575" b="1">
                <a:solidFill>
                  <a:srgbClr val="008C8C"/>
                </a:solidFill>
                <a:latin typeface="Arial"/>
                <a:ea typeface="Arial"/>
                <a:cs typeface="Arial"/>
              </a:defRPr>
            </a:defPPr>
            <a:lvl1pPr algn="l">
              <a:buNone/>
              <a:defRPr sz="1575" b="1">
                <a:solidFill>
                  <a:srgbClr val="008C8C"/>
                </a:solidFill>
                <a:latin typeface="Arial"/>
                <a:ea typeface="Arial"/>
                <a:cs typeface="Arial"/>
              </a:defRPr>
            </a:lvl1pPr>
            <a:lvl2pPr algn="l">
              <a:buNone/>
              <a:defRPr sz="1575" b="1">
                <a:solidFill>
                  <a:srgbClr val="008C8C"/>
                </a:solidFill>
                <a:latin typeface="Arial"/>
                <a:ea typeface="Arial"/>
                <a:cs typeface="Arial"/>
              </a:defRPr>
            </a:lvl2pPr>
            <a:lvl3pPr algn="l">
              <a:buNone/>
              <a:defRPr sz="1575" b="1">
                <a:solidFill>
                  <a:srgbClr val="008C8C"/>
                </a:solidFill>
                <a:latin typeface="Arial"/>
                <a:ea typeface="Arial"/>
                <a:cs typeface="Arial"/>
              </a:defRPr>
            </a:lvl3pPr>
            <a:lvl4pPr algn="l">
              <a:buNone/>
              <a:defRPr sz="1575" b="1">
                <a:solidFill>
                  <a:srgbClr val="008C8C"/>
                </a:solidFill>
                <a:latin typeface="Arial"/>
                <a:ea typeface="Arial"/>
                <a:cs typeface="Arial"/>
              </a:defRPr>
            </a:lvl4pPr>
            <a:lvl5pPr algn="l">
              <a:buNone/>
              <a:defRPr sz="1575" b="1">
                <a:solidFill>
                  <a:srgbClr val="008C8C"/>
                </a:solidFill>
                <a:latin typeface="Arial"/>
                <a:ea typeface="Arial"/>
                <a:cs typeface="Arial"/>
              </a:defRPr>
            </a:lvl5pPr>
            <a:lvl6pPr algn="l">
              <a:buNone/>
              <a:defRPr sz="1575" b="1">
                <a:solidFill>
                  <a:srgbClr val="008C8C"/>
                </a:solidFill>
                <a:latin typeface="Arial"/>
                <a:ea typeface="Arial"/>
                <a:cs typeface="Arial"/>
              </a:defRPr>
            </a:lvl6pPr>
            <a:lvl7pPr algn="l">
              <a:buNone/>
              <a:defRPr sz="1575" b="1">
                <a:solidFill>
                  <a:srgbClr val="008C8C"/>
                </a:solidFill>
                <a:latin typeface="Arial"/>
                <a:ea typeface="Arial"/>
                <a:cs typeface="Arial"/>
              </a:defRPr>
            </a:lvl7pPr>
            <a:lvl8pPr algn="l">
              <a:buNone/>
              <a:defRPr sz="1575" b="1">
                <a:solidFill>
                  <a:srgbClr val="008C8C"/>
                </a:solidFill>
                <a:latin typeface="Arial"/>
                <a:ea typeface="Arial"/>
                <a:cs typeface="Arial"/>
              </a:defRPr>
            </a:lvl8pPr>
            <a:lvl9pPr algn="l">
              <a:buNone/>
              <a:defRPr sz="1575" b="1">
                <a:solidFill>
                  <a:srgbClr val="008C8C"/>
                </a:solidFill>
                <a:latin typeface="Arial"/>
                <a:ea typeface="Arial"/>
                <a:cs typeface="Arial"/>
              </a:defRPr>
            </a:lvl9pPr>
          </a:lstStyle>
          <a:p>
            <a:pPr algn="l">
              <a:buNone/>
              <a:defRPr sz="1575" b="1">
                <a:solidFill>
                  <a:srgbClr val="008C8C"/>
                </a:solidFill>
                <a:latin typeface="Arial"/>
                <a:ea typeface="Arial"/>
                <a:cs typeface="Arial"/>
              </a:defRPr>
            </a:pPr>
            <a:r>
              <a:rPr sz="1575" b="1">
                <a:solidFill>
                  <a:srgbClr val="008C8C"/>
                </a:solidFill>
                <a:latin typeface="Arial"/>
                <a:ea typeface="Arial"/>
                <a:cs typeface="Arial"/>
              </a:rPr>
              <a:t>4</a:t>
            </a:r>
          </a:p>
        </p:txBody>
      </p:sp>
      <p:sp>
        <p:nvSpPr>
          <p:cNvPr id="23" name="직사각형 22">
            <a:extLst>
              <a:ext uri="{FF2B5EF4-FFF2-40B4-BE49-F238E27FC236}">
                <a16:creationId xmlns:a16="http://schemas.microsoft.com/office/drawing/2014/main" id="{F5933958-20DF-4483-AA6D-B8A0CF896BBF}"/>
              </a:ext>
            </a:extLst>
          </p:cNvPr>
          <p:cNvSpPr>
            <a:spLocks noGrp="1"/>
          </p:cNvSpPr>
          <p:nvPr/>
        </p:nvSpPr>
        <p:spPr>
          <a:xfrm>
            <a:off x="7029450" y="5124450"/>
            <a:ext cx="4238625" cy="60960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lnSpc>
                <a:spcPct val="110000"/>
              </a:lnSpc>
              <a:buNone/>
              <a:defRPr sz="1500" b="0">
                <a:solidFill>
                  <a:srgbClr val="1F2933"/>
                </a:solidFill>
                <a:latin typeface="Arial"/>
                <a:ea typeface="Arial"/>
                <a:cs typeface="Arial"/>
              </a:defRPr>
            </a:pPr>
            <a:r>
              <a:rPr sz="1500" b="0">
                <a:solidFill>
                  <a:srgbClr val="1F2933"/>
                </a:solidFill>
                <a:latin typeface="Arial"/>
                <a:ea typeface="Arial"/>
                <a:cs typeface="Arial"/>
              </a:rPr>
              <a:t>Vercel and Neon form the tentative production direction</a:t>
            </a:r>
          </a:p>
        </p:txBody>
      </p:sp>
      <p:sp>
        <p:nvSpPr>
          <p:cNvPr id="24" name="직사각형 23">
            <a:extLst>
              <a:ext uri="{FF2B5EF4-FFF2-40B4-BE49-F238E27FC236}">
                <a16:creationId xmlns:a16="http://schemas.microsoft.com/office/drawing/2014/main" id="{200DB2EF-74BE-46AE-B032-7BAB60B48FB1}"/>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25" name="직사각형 24">
            <a:extLst>
              <a:ext uri="{FF2B5EF4-FFF2-40B4-BE49-F238E27FC236}">
                <a16:creationId xmlns:a16="http://schemas.microsoft.com/office/drawing/2014/main" id="{247E921B-AAE7-4F40-A31B-3A42E1CC958C}"/>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03</a:t>
            </a:r>
          </a:p>
        </p:txBody>
      </p:sp>
    </p:spTree>
    <p:extLst>
      <p:ext uri="{BB962C8B-B14F-4D97-AF65-F5344CB8AC3E}">
        <p14:creationId xmlns:p14="http://schemas.microsoft.com/office/powerpoint/2010/main" val="1940214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직사각형 22">
            <a:extLst>
              <a:ext uri="{FF2B5EF4-FFF2-40B4-BE49-F238E27FC236}">
                <a16:creationId xmlns:a16="http://schemas.microsoft.com/office/drawing/2014/main" id="{A2614951-0B3D-493D-BEC6-386D6C431D4F}"/>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Current API boundary</a:t>
            </a:r>
          </a:p>
        </p:txBody>
      </p:sp>
      <p:sp>
        <p:nvSpPr>
          <p:cNvPr id="2" name="직사각형 1">
            <a:extLst>
              <a:ext uri="{FF2B5EF4-FFF2-40B4-BE49-F238E27FC236}">
                <a16:creationId xmlns:a16="http://schemas.microsoft.com/office/drawing/2014/main" id="{F81E8B6E-3BAB-464D-B343-03615AF41385}"/>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Next.js route handlers separate browser actions from credentials, Gmail calls, and local persistence</a:t>
            </a:r>
          </a:p>
        </p:txBody>
      </p:sp>
      <p:sp>
        <p:nvSpPr>
          <p:cNvPr id="3" name="직선 연결선 2">
            <a:extLst>
              <a:ext uri="{FF2B5EF4-FFF2-40B4-BE49-F238E27FC236}">
                <a16:creationId xmlns:a16="http://schemas.microsoft.com/office/drawing/2014/main" id="{E9D49D05-6D14-433D-A40E-7AB3BCCC8370}"/>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사각형: 둥근 모서리 3">
            <a:extLst>
              <a:ext uri="{FF2B5EF4-FFF2-40B4-BE49-F238E27FC236}">
                <a16:creationId xmlns:a16="http://schemas.microsoft.com/office/drawing/2014/main" id="{6C069A06-CA91-4A7A-B51B-0969956DBFFC}"/>
              </a:ext>
            </a:extLst>
          </p:cNvPr>
          <p:cNvSpPr>
            <a:spLocks noGrp="1"/>
          </p:cNvSpPr>
          <p:nvPr/>
        </p:nvSpPr>
        <p:spPr>
          <a:xfrm>
            <a:off x="1346200" y="3046413"/>
            <a:ext cx="1809750" cy="895350"/>
          </a:xfrm>
          <a:prstGeom prst="roundRect">
            <a:avLst>
              <a:gd name="adj" fmla="val 12766"/>
            </a:avLst>
          </a:prstGeom>
          <a:solidFill>
            <a:srgbClr val="EAF2F8"/>
          </a:solidFill>
          <a:ln w="14288">
            <a:solidFill>
              <a:srgbClr val="243B53"/>
            </a:solidFill>
            <a:prstDash val="solid"/>
          </a:ln>
        </p:spPr>
        <p:txBody>
          <a:bodyPr wrap="square" lIns="95250" tIns="95250" rIns="95250" bIns="95250" anchor="ctr">
            <a:normAutofit/>
          </a:bodyPr>
          <a:lstStyle>
            <a:defPPr algn="ctr">
              <a:defRPr sz="1650" b="1">
                <a:solidFill>
                  <a:srgbClr val="1F2933"/>
                </a:solidFill>
                <a:latin typeface="Arial"/>
                <a:ea typeface="Arial"/>
                <a:cs typeface="Arial"/>
              </a:defRPr>
            </a:defPPr>
            <a:lvl1pPr algn="ctr">
              <a:buNone/>
              <a:defRPr sz="1650" b="1">
                <a:solidFill>
                  <a:srgbClr val="1F2933"/>
                </a:solidFill>
                <a:latin typeface="Arial"/>
                <a:ea typeface="Arial"/>
                <a:cs typeface="Arial"/>
              </a:defRPr>
            </a:lvl1pPr>
            <a:lvl2pPr algn="ctr">
              <a:buNone/>
              <a:defRPr sz="1650" b="1">
                <a:solidFill>
                  <a:srgbClr val="1F2933"/>
                </a:solidFill>
                <a:latin typeface="Arial"/>
                <a:ea typeface="Arial"/>
                <a:cs typeface="Arial"/>
              </a:defRPr>
            </a:lvl2pPr>
            <a:lvl3pPr algn="ctr">
              <a:buNone/>
              <a:defRPr sz="1650" b="1">
                <a:solidFill>
                  <a:srgbClr val="1F2933"/>
                </a:solidFill>
                <a:latin typeface="Arial"/>
                <a:ea typeface="Arial"/>
                <a:cs typeface="Arial"/>
              </a:defRPr>
            </a:lvl3pPr>
            <a:lvl4pPr algn="ctr">
              <a:buNone/>
              <a:defRPr sz="1650" b="1">
                <a:solidFill>
                  <a:srgbClr val="1F2933"/>
                </a:solidFill>
                <a:latin typeface="Arial"/>
                <a:ea typeface="Arial"/>
                <a:cs typeface="Arial"/>
              </a:defRPr>
            </a:lvl4pPr>
            <a:lvl5pPr algn="ctr">
              <a:buNone/>
              <a:defRPr sz="1650" b="1">
                <a:solidFill>
                  <a:srgbClr val="1F2933"/>
                </a:solidFill>
                <a:latin typeface="Arial"/>
                <a:ea typeface="Arial"/>
                <a:cs typeface="Arial"/>
              </a:defRPr>
            </a:lvl5pPr>
            <a:lvl6pPr algn="ctr">
              <a:buNone/>
              <a:defRPr sz="1650" b="1">
                <a:solidFill>
                  <a:srgbClr val="1F2933"/>
                </a:solidFill>
                <a:latin typeface="Arial"/>
                <a:ea typeface="Arial"/>
                <a:cs typeface="Arial"/>
              </a:defRPr>
            </a:lvl6pPr>
            <a:lvl7pPr algn="ctr">
              <a:buNone/>
              <a:defRPr sz="1650" b="1">
                <a:solidFill>
                  <a:srgbClr val="1F2933"/>
                </a:solidFill>
                <a:latin typeface="Arial"/>
                <a:ea typeface="Arial"/>
                <a:cs typeface="Arial"/>
              </a:defRPr>
            </a:lvl7pPr>
            <a:lvl8pPr algn="ctr">
              <a:buNone/>
              <a:defRPr sz="1650" b="1">
                <a:solidFill>
                  <a:srgbClr val="1F2933"/>
                </a:solidFill>
                <a:latin typeface="Arial"/>
                <a:ea typeface="Arial"/>
                <a:cs typeface="Arial"/>
              </a:defRPr>
            </a:lvl8pPr>
            <a:lvl9pPr algn="ctr">
              <a:buNone/>
              <a:defRPr sz="1650" b="1">
                <a:solidFill>
                  <a:srgbClr val="1F2933"/>
                </a:solidFill>
                <a:latin typeface="Arial"/>
                <a:ea typeface="Arial"/>
                <a:cs typeface="Arial"/>
              </a:defRPr>
            </a:lvl9pPr>
          </a:lstStyle>
          <a:p>
            <a:pPr algn="ctr">
              <a:buNone/>
              <a:defRPr sz="1650" b="1">
                <a:solidFill>
                  <a:srgbClr val="1F2933"/>
                </a:solidFill>
                <a:latin typeface="Arial"/>
                <a:ea typeface="Arial"/>
                <a:cs typeface="Arial"/>
              </a:defRPr>
            </a:pPr>
            <a:r>
              <a:rPr sz="1650" b="1" dirty="0">
                <a:solidFill>
                  <a:srgbClr val="1F2933"/>
                </a:solidFill>
                <a:latin typeface="Arial"/>
                <a:ea typeface="Arial"/>
                <a:cs typeface="Arial"/>
              </a:rPr>
              <a:t>Browser</a:t>
            </a:r>
          </a:p>
          <a:p>
            <a:pPr algn="ctr">
              <a:buNone/>
              <a:defRPr sz="1650" b="1">
                <a:solidFill>
                  <a:srgbClr val="1F2933"/>
                </a:solidFill>
                <a:latin typeface="Arial"/>
                <a:ea typeface="Arial"/>
                <a:cs typeface="Arial"/>
              </a:defRPr>
            </a:pPr>
            <a:r>
              <a:rPr sz="1650" b="1" dirty="0">
                <a:solidFill>
                  <a:srgbClr val="1F2933"/>
                </a:solidFill>
                <a:latin typeface="Arial"/>
                <a:ea typeface="Arial"/>
                <a:cs typeface="Arial"/>
              </a:rPr>
              <a:t>React interface</a:t>
            </a:r>
          </a:p>
        </p:txBody>
      </p:sp>
      <p:sp>
        <p:nvSpPr>
          <p:cNvPr id="5" name="사각형: 둥근 모서리 4">
            <a:extLst>
              <a:ext uri="{FF2B5EF4-FFF2-40B4-BE49-F238E27FC236}">
                <a16:creationId xmlns:a16="http://schemas.microsoft.com/office/drawing/2014/main" id="{A4D294EE-1587-493E-A2E1-58E0F2D4049D}"/>
              </a:ext>
            </a:extLst>
          </p:cNvPr>
          <p:cNvSpPr>
            <a:spLocks noGrp="1"/>
          </p:cNvSpPr>
          <p:nvPr/>
        </p:nvSpPr>
        <p:spPr>
          <a:xfrm>
            <a:off x="4895850" y="2133600"/>
            <a:ext cx="2190750" cy="1200150"/>
          </a:xfrm>
          <a:prstGeom prst="roundRect">
            <a:avLst>
              <a:gd name="adj" fmla="val 9524"/>
            </a:avLst>
          </a:prstGeom>
          <a:solidFill>
            <a:srgbClr val="102A43"/>
          </a:solidFill>
          <a:ln w="14288">
            <a:solidFill>
              <a:srgbClr val="102A43"/>
            </a:solidFill>
            <a:prstDash val="solid"/>
          </a:ln>
        </p:spPr>
        <p:txBody>
          <a:bodyPr wrap="square" lIns="95250" tIns="95250" rIns="95250" bIns="95250" anchor="ctr">
            <a:normAutofit/>
          </a:bodyPr>
          <a:lstStyle>
            <a:defPPr algn="ctr">
              <a:defRPr sz="1800" b="1">
                <a:solidFill>
                  <a:srgbClr val="FFFFFF"/>
                </a:solidFill>
                <a:latin typeface="Arial"/>
                <a:ea typeface="Arial"/>
                <a:cs typeface="Arial"/>
              </a:defRPr>
            </a:defPPr>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a:pPr algn="ctr">
              <a:buNone/>
              <a:defRPr sz="1800" b="1">
                <a:solidFill>
                  <a:srgbClr val="FFFFFF"/>
                </a:solidFill>
                <a:latin typeface="Arial"/>
                <a:ea typeface="Arial"/>
                <a:cs typeface="Arial"/>
              </a:defRPr>
            </a:pPr>
            <a:r>
              <a:rPr sz="1800" b="1" dirty="0">
                <a:solidFill>
                  <a:srgbClr val="FFFFFF"/>
                </a:solidFill>
                <a:latin typeface="Arial"/>
                <a:ea typeface="Arial"/>
                <a:cs typeface="Arial"/>
              </a:rPr>
              <a:t>Next.js API routes</a:t>
            </a:r>
          </a:p>
        </p:txBody>
      </p:sp>
      <p:sp>
        <p:nvSpPr>
          <p:cNvPr id="6" name="사각형: 둥근 모서리 5">
            <a:extLst>
              <a:ext uri="{FF2B5EF4-FFF2-40B4-BE49-F238E27FC236}">
                <a16:creationId xmlns:a16="http://schemas.microsoft.com/office/drawing/2014/main" id="{FC8F01AC-91EF-45D4-A41D-29E443060333}"/>
              </a:ext>
            </a:extLst>
          </p:cNvPr>
          <p:cNvSpPr>
            <a:spLocks noGrp="1"/>
          </p:cNvSpPr>
          <p:nvPr/>
        </p:nvSpPr>
        <p:spPr>
          <a:xfrm>
            <a:off x="4895850" y="3524251"/>
            <a:ext cx="2190750" cy="990600"/>
          </a:xfrm>
          <a:prstGeom prst="roundRect">
            <a:avLst>
              <a:gd name="adj" fmla="val 13636"/>
            </a:avLst>
          </a:prstGeom>
          <a:solidFill>
            <a:srgbClr val="EEF1F4"/>
          </a:solidFill>
          <a:ln w="14288">
            <a:solidFill>
              <a:srgbClr val="9AA5B1"/>
            </a:solidFill>
            <a:prstDash val="solid"/>
          </a:ln>
        </p:spPr>
        <p:txBody>
          <a:bodyPr wrap="square" lIns="95250" tIns="95250" rIns="95250" bIns="95250" anchor="ctr">
            <a:normAutofit fontScale="97239"/>
          </a:bodyPr>
          <a:lstStyle>
            <a:defPPr algn="ctr">
              <a:defRPr sz="1425" b="1">
                <a:solidFill>
                  <a:srgbClr val="1F2933"/>
                </a:solidFill>
                <a:latin typeface="Arial"/>
                <a:ea typeface="Arial"/>
                <a:cs typeface="Arial"/>
              </a:defRPr>
            </a:defPPr>
            <a:lvl1pPr algn="ctr">
              <a:buNone/>
              <a:defRPr sz="1425" b="1">
                <a:solidFill>
                  <a:srgbClr val="1F2933"/>
                </a:solidFill>
                <a:latin typeface="Arial"/>
                <a:ea typeface="Arial"/>
                <a:cs typeface="Arial"/>
              </a:defRPr>
            </a:lvl1pPr>
            <a:lvl2pPr algn="ctr">
              <a:buNone/>
              <a:defRPr sz="1425" b="1">
                <a:solidFill>
                  <a:srgbClr val="1F2933"/>
                </a:solidFill>
                <a:latin typeface="Arial"/>
                <a:ea typeface="Arial"/>
                <a:cs typeface="Arial"/>
              </a:defRPr>
            </a:lvl2pPr>
            <a:lvl3pPr algn="ctr">
              <a:buNone/>
              <a:defRPr sz="1425" b="1">
                <a:solidFill>
                  <a:srgbClr val="1F2933"/>
                </a:solidFill>
                <a:latin typeface="Arial"/>
                <a:ea typeface="Arial"/>
                <a:cs typeface="Arial"/>
              </a:defRPr>
            </a:lvl3pPr>
            <a:lvl4pPr algn="ctr">
              <a:buNone/>
              <a:defRPr sz="1425" b="1">
                <a:solidFill>
                  <a:srgbClr val="1F2933"/>
                </a:solidFill>
                <a:latin typeface="Arial"/>
                <a:ea typeface="Arial"/>
                <a:cs typeface="Arial"/>
              </a:defRPr>
            </a:lvl4pPr>
            <a:lvl5pPr algn="ctr">
              <a:buNone/>
              <a:defRPr sz="1425" b="1">
                <a:solidFill>
                  <a:srgbClr val="1F2933"/>
                </a:solidFill>
                <a:latin typeface="Arial"/>
                <a:ea typeface="Arial"/>
                <a:cs typeface="Arial"/>
              </a:defRPr>
            </a:lvl5pPr>
            <a:lvl6pPr algn="ctr">
              <a:buNone/>
              <a:defRPr sz="1425" b="1">
                <a:solidFill>
                  <a:srgbClr val="1F2933"/>
                </a:solidFill>
                <a:latin typeface="Arial"/>
                <a:ea typeface="Arial"/>
                <a:cs typeface="Arial"/>
              </a:defRPr>
            </a:lvl6pPr>
            <a:lvl7pPr algn="ctr">
              <a:buNone/>
              <a:defRPr sz="1425" b="1">
                <a:solidFill>
                  <a:srgbClr val="1F2933"/>
                </a:solidFill>
                <a:latin typeface="Arial"/>
                <a:ea typeface="Arial"/>
                <a:cs typeface="Arial"/>
              </a:defRPr>
            </a:lvl7pPr>
            <a:lvl8pPr algn="ctr">
              <a:buNone/>
              <a:defRPr sz="1425" b="1">
                <a:solidFill>
                  <a:srgbClr val="1F2933"/>
                </a:solidFill>
                <a:latin typeface="Arial"/>
                <a:ea typeface="Arial"/>
                <a:cs typeface="Arial"/>
              </a:defRPr>
            </a:lvl8pPr>
            <a:lvl9pPr algn="ctr">
              <a:buNone/>
              <a:defRPr sz="1425" b="1">
                <a:solidFill>
                  <a:srgbClr val="1F2933"/>
                </a:solidFill>
                <a:latin typeface="Arial"/>
                <a:ea typeface="Arial"/>
                <a:cs typeface="Arial"/>
              </a:defRPr>
            </a:lvl9pPr>
          </a:lstStyle>
          <a:p>
            <a:pPr algn="ctr">
              <a:buNone/>
              <a:defRPr sz="1425" b="1">
                <a:solidFill>
                  <a:srgbClr val="1F2933"/>
                </a:solidFill>
                <a:latin typeface="Arial"/>
                <a:ea typeface="Arial"/>
                <a:cs typeface="Arial"/>
              </a:defRPr>
            </a:pPr>
            <a:r>
              <a:rPr sz="1425" b="1" dirty="0">
                <a:solidFill>
                  <a:srgbClr val="1F2933"/>
                </a:solidFill>
                <a:latin typeface="Arial"/>
                <a:ea typeface="Arial"/>
                <a:cs typeface="Arial"/>
              </a:rPr>
              <a:t>Session service</a:t>
            </a:r>
          </a:p>
          <a:p>
            <a:pPr algn="ctr">
              <a:buNone/>
              <a:defRPr sz="1425" b="1">
                <a:solidFill>
                  <a:srgbClr val="1F2933"/>
                </a:solidFill>
                <a:latin typeface="Arial"/>
                <a:ea typeface="Arial"/>
                <a:cs typeface="Arial"/>
              </a:defRPr>
            </a:pPr>
            <a:r>
              <a:rPr sz="1425" b="1" dirty="0">
                <a:solidFill>
                  <a:srgbClr val="1F2933"/>
                </a:solidFill>
                <a:latin typeface="Arial"/>
                <a:ea typeface="Arial"/>
                <a:cs typeface="Arial"/>
              </a:rPr>
              <a:t>OAuth tokens in </a:t>
            </a:r>
            <a:endParaRPr lang="en-US" sz="1425" b="1" dirty="0">
              <a:solidFill>
                <a:srgbClr val="1F2933"/>
              </a:solidFill>
              <a:latin typeface="Arial"/>
              <a:ea typeface="Arial"/>
              <a:cs typeface="Arial"/>
            </a:endParaRPr>
          </a:p>
          <a:p>
            <a:pPr algn="ctr">
              <a:buNone/>
              <a:defRPr sz="1425" b="1">
                <a:solidFill>
                  <a:srgbClr val="1F2933"/>
                </a:solidFill>
                <a:latin typeface="Arial"/>
                <a:ea typeface="Arial"/>
                <a:cs typeface="Arial"/>
              </a:defRPr>
            </a:pPr>
            <a:r>
              <a:rPr sz="1425" b="1" dirty="0">
                <a:solidFill>
                  <a:srgbClr val="1F2933"/>
                </a:solidFill>
                <a:latin typeface="Arial"/>
                <a:ea typeface="Arial"/>
                <a:cs typeface="Arial"/>
              </a:rPr>
              <a:t>memory</a:t>
            </a:r>
          </a:p>
        </p:txBody>
      </p:sp>
      <p:sp>
        <p:nvSpPr>
          <p:cNvPr id="7" name="사각형: 둥근 모서리 6">
            <a:extLst>
              <a:ext uri="{FF2B5EF4-FFF2-40B4-BE49-F238E27FC236}">
                <a16:creationId xmlns:a16="http://schemas.microsoft.com/office/drawing/2014/main" id="{36D468B8-C81F-4C06-A6AE-0A5FAEE87D8E}"/>
              </a:ext>
            </a:extLst>
          </p:cNvPr>
          <p:cNvSpPr>
            <a:spLocks noGrp="1"/>
          </p:cNvSpPr>
          <p:nvPr/>
        </p:nvSpPr>
        <p:spPr>
          <a:xfrm>
            <a:off x="8547100" y="2891516"/>
            <a:ext cx="2444750" cy="1200145"/>
          </a:xfrm>
          <a:prstGeom prst="roundRect">
            <a:avLst>
              <a:gd name="adj" fmla="val 13636"/>
            </a:avLst>
          </a:prstGeom>
          <a:solidFill>
            <a:srgbClr val="DFF4F2"/>
          </a:solidFill>
          <a:ln w="14288">
            <a:solidFill>
              <a:srgbClr val="008C8C"/>
            </a:solidFill>
            <a:prstDash val="solid"/>
          </a:ln>
        </p:spPr>
        <p:txBody>
          <a:bodyPr wrap="square" lIns="95250" tIns="95250" rIns="95250" bIns="95250" anchor="ctr">
            <a:normAutofit/>
          </a:bodyPr>
          <a:lstStyle>
            <a:defPPr algn="ctr">
              <a:defRPr sz="1500" b="1">
                <a:solidFill>
                  <a:srgbClr val="1F2933"/>
                </a:solidFill>
                <a:latin typeface="Arial"/>
                <a:ea typeface="Arial"/>
                <a:cs typeface="Arial"/>
              </a:defRPr>
            </a:defPPr>
            <a:lvl1pPr algn="ctr">
              <a:buNone/>
              <a:defRPr sz="1500" b="1">
                <a:solidFill>
                  <a:srgbClr val="1F2933"/>
                </a:solidFill>
                <a:latin typeface="Arial"/>
                <a:ea typeface="Arial"/>
                <a:cs typeface="Arial"/>
              </a:defRPr>
            </a:lvl1pPr>
            <a:lvl2pPr algn="ctr">
              <a:buNone/>
              <a:defRPr sz="1500" b="1">
                <a:solidFill>
                  <a:srgbClr val="1F2933"/>
                </a:solidFill>
                <a:latin typeface="Arial"/>
                <a:ea typeface="Arial"/>
                <a:cs typeface="Arial"/>
              </a:defRPr>
            </a:lvl2pPr>
            <a:lvl3pPr algn="ctr">
              <a:buNone/>
              <a:defRPr sz="1500" b="1">
                <a:solidFill>
                  <a:srgbClr val="1F2933"/>
                </a:solidFill>
                <a:latin typeface="Arial"/>
                <a:ea typeface="Arial"/>
                <a:cs typeface="Arial"/>
              </a:defRPr>
            </a:lvl3pPr>
            <a:lvl4pPr algn="ctr">
              <a:buNone/>
              <a:defRPr sz="1500" b="1">
                <a:solidFill>
                  <a:srgbClr val="1F2933"/>
                </a:solidFill>
                <a:latin typeface="Arial"/>
                <a:ea typeface="Arial"/>
                <a:cs typeface="Arial"/>
              </a:defRPr>
            </a:lvl4pPr>
            <a:lvl5pPr algn="ctr">
              <a:buNone/>
              <a:defRPr sz="1500" b="1">
                <a:solidFill>
                  <a:srgbClr val="1F2933"/>
                </a:solidFill>
                <a:latin typeface="Arial"/>
                <a:ea typeface="Arial"/>
                <a:cs typeface="Arial"/>
              </a:defRPr>
            </a:lvl5pPr>
            <a:lvl6pPr algn="ctr">
              <a:buNone/>
              <a:defRPr sz="1500" b="1">
                <a:solidFill>
                  <a:srgbClr val="1F2933"/>
                </a:solidFill>
                <a:latin typeface="Arial"/>
                <a:ea typeface="Arial"/>
                <a:cs typeface="Arial"/>
              </a:defRPr>
            </a:lvl6pPr>
            <a:lvl7pPr algn="ctr">
              <a:buNone/>
              <a:defRPr sz="1500" b="1">
                <a:solidFill>
                  <a:srgbClr val="1F2933"/>
                </a:solidFill>
                <a:latin typeface="Arial"/>
                <a:ea typeface="Arial"/>
                <a:cs typeface="Arial"/>
              </a:defRPr>
            </a:lvl7pPr>
            <a:lvl8pPr algn="ctr">
              <a:buNone/>
              <a:defRPr sz="1500" b="1">
                <a:solidFill>
                  <a:srgbClr val="1F2933"/>
                </a:solidFill>
                <a:latin typeface="Arial"/>
                <a:ea typeface="Arial"/>
                <a:cs typeface="Arial"/>
              </a:defRPr>
            </a:lvl8pPr>
            <a:lvl9pPr algn="ctr">
              <a:buNone/>
              <a:defRPr sz="1500" b="1">
                <a:solidFill>
                  <a:srgbClr val="1F2933"/>
                </a:solidFill>
                <a:latin typeface="Arial"/>
                <a:ea typeface="Arial"/>
                <a:cs typeface="Arial"/>
              </a:defRPr>
            </a:lvl9pPr>
          </a:lstStyle>
          <a:p>
            <a:pPr algn="ctr">
              <a:buNone/>
              <a:defRPr sz="1500" b="1">
                <a:solidFill>
                  <a:srgbClr val="1F2933"/>
                </a:solidFill>
                <a:latin typeface="Arial"/>
                <a:ea typeface="Arial"/>
                <a:cs typeface="Arial"/>
              </a:defRPr>
            </a:pPr>
            <a:r>
              <a:rPr sz="1500" b="1" dirty="0">
                <a:solidFill>
                  <a:srgbClr val="1F2933"/>
                </a:solidFill>
                <a:latin typeface="Arial"/>
                <a:ea typeface="Arial"/>
                <a:cs typeface="Arial"/>
              </a:rPr>
              <a:t>Gmail service</a:t>
            </a:r>
          </a:p>
          <a:p>
            <a:pPr algn="ctr">
              <a:buNone/>
              <a:defRPr sz="1500" b="1">
                <a:solidFill>
                  <a:srgbClr val="1F2933"/>
                </a:solidFill>
                <a:latin typeface="Arial"/>
                <a:ea typeface="Arial"/>
                <a:cs typeface="Arial"/>
              </a:defRPr>
            </a:pPr>
            <a:r>
              <a:rPr sz="1500" b="1" dirty="0">
                <a:solidFill>
                  <a:srgbClr val="1F2933"/>
                </a:solidFill>
                <a:latin typeface="Arial"/>
                <a:ea typeface="Arial"/>
                <a:cs typeface="Arial"/>
              </a:rPr>
              <a:t>Google Gmail API</a:t>
            </a:r>
          </a:p>
        </p:txBody>
      </p:sp>
      <p:sp>
        <p:nvSpPr>
          <p:cNvPr id="8" name="사각형: 둥근 모서리 7">
            <a:extLst>
              <a:ext uri="{FF2B5EF4-FFF2-40B4-BE49-F238E27FC236}">
                <a16:creationId xmlns:a16="http://schemas.microsoft.com/office/drawing/2014/main" id="{2A01E08E-8FBA-4FE8-86EC-E9B73679FF6F}"/>
              </a:ext>
            </a:extLst>
          </p:cNvPr>
          <p:cNvSpPr>
            <a:spLocks noGrp="1"/>
          </p:cNvSpPr>
          <p:nvPr/>
        </p:nvSpPr>
        <p:spPr>
          <a:xfrm>
            <a:off x="4949825" y="5086350"/>
            <a:ext cx="2190750" cy="838200"/>
          </a:xfrm>
          <a:prstGeom prst="roundRect">
            <a:avLst>
              <a:gd name="adj" fmla="val 13636"/>
            </a:avLst>
          </a:prstGeom>
          <a:solidFill>
            <a:srgbClr val="EAF2F8"/>
          </a:solidFill>
          <a:ln w="14288">
            <a:solidFill>
              <a:srgbClr val="243B53"/>
            </a:solidFill>
            <a:prstDash val="solid"/>
          </a:ln>
        </p:spPr>
        <p:txBody>
          <a:bodyPr wrap="square" lIns="95250" tIns="95250" rIns="95250" bIns="95250" anchor="ctr">
            <a:normAutofit fontScale="92500" lnSpcReduction="10000"/>
          </a:bodyPr>
          <a:lstStyle>
            <a:defPPr algn="ctr">
              <a:defRPr sz="1500" b="1">
                <a:solidFill>
                  <a:srgbClr val="1F2933"/>
                </a:solidFill>
                <a:latin typeface="Arial"/>
                <a:ea typeface="Arial"/>
                <a:cs typeface="Arial"/>
              </a:defRPr>
            </a:defPPr>
            <a:lvl1pPr algn="ctr">
              <a:buNone/>
              <a:defRPr sz="1500" b="1">
                <a:solidFill>
                  <a:srgbClr val="1F2933"/>
                </a:solidFill>
                <a:latin typeface="Arial"/>
                <a:ea typeface="Arial"/>
                <a:cs typeface="Arial"/>
              </a:defRPr>
            </a:lvl1pPr>
            <a:lvl2pPr algn="ctr">
              <a:buNone/>
              <a:defRPr sz="1500" b="1">
                <a:solidFill>
                  <a:srgbClr val="1F2933"/>
                </a:solidFill>
                <a:latin typeface="Arial"/>
                <a:ea typeface="Arial"/>
                <a:cs typeface="Arial"/>
              </a:defRPr>
            </a:lvl2pPr>
            <a:lvl3pPr algn="ctr">
              <a:buNone/>
              <a:defRPr sz="1500" b="1">
                <a:solidFill>
                  <a:srgbClr val="1F2933"/>
                </a:solidFill>
                <a:latin typeface="Arial"/>
                <a:ea typeface="Arial"/>
                <a:cs typeface="Arial"/>
              </a:defRPr>
            </a:lvl3pPr>
            <a:lvl4pPr algn="ctr">
              <a:buNone/>
              <a:defRPr sz="1500" b="1">
                <a:solidFill>
                  <a:srgbClr val="1F2933"/>
                </a:solidFill>
                <a:latin typeface="Arial"/>
                <a:ea typeface="Arial"/>
                <a:cs typeface="Arial"/>
              </a:defRPr>
            </a:lvl4pPr>
            <a:lvl5pPr algn="ctr">
              <a:buNone/>
              <a:defRPr sz="1500" b="1">
                <a:solidFill>
                  <a:srgbClr val="1F2933"/>
                </a:solidFill>
                <a:latin typeface="Arial"/>
                <a:ea typeface="Arial"/>
                <a:cs typeface="Arial"/>
              </a:defRPr>
            </a:lvl5pPr>
            <a:lvl6pPr algn="ctr">
              <a:buNone/>
              <a:defRPr sz="1500" b="1">
                <a:solidFill>
                  <a:srgbClr val="1F2933"/>
                </a:solidFill>
                <a:latin typeface="Arial"/>
                <a:ea typeface="Arial"/>
                <a:cs typeface="Arial"/>
              </a:defRPr>
            </a:lvl6pPr>
            <a:lvl7pPr algn="ctr">
              <a:buNone/>
              <a:defRPr sz="1500" b="1">
                <a:solidFill>
                  <a:srgbClr val="1F2933"/>
                </a:solidFill>
                <a:latin typeface="Arial"/>
                <a:ea typeface="Arial"/>
                <a:cs typeface="Arial"/>
              </a:defRPr>
            </a:lvl7pPr>
            <a:lvl8pPr algn="ctr">
              <a:buNone/>
              <a:defRPr sz="1500" b="1">
                <a:solidFill>
                  <a:srgbClr val="1F2933"/>
                </a:solidFill>
                <a:latin typeface="Arial"/>
                <a:ea typeface="Arial"/>
                <a:cs typeface="Arial"/>
              </a:defRPr>
            </a:lvl8pPr>
            <a:lvl9pPr algn="ctr">
              <a:buNone/>
              <a:defRPr sz="1500" b="1">
                <a:solidFill>
                  <a:srgbClr val="1F2933"/>
                </a:solidFill>
                <a:latin typeface="Arial"/>
                <a:ea typeface="Arial"/>
                <a:cs typeface="Arial"/>
              </a:defRPr>
            </a:lvl9pPr>
          </a:lstStyle>
          <a:p>
            <a:pPr algn="ctr">
              <a:buNone/>
              <a:defRPr sz="1500" b="1">
                <a:solidFill>
                  <a:srgbClr val="1F2933"/>
                </a:solidFill>
                <a:latin typeface="Arial"/>
                <a:ea typeface="Arial"/>
                <a:cs typeface="Arial"/>
              </a:defRPr>
            </a:pPr>
            <a:r>
              <a:rPr lang="en-US" sz="1500" b="1" dirty="0">
                <a:solidFill>
                  <a:srgbClr val="1F2933"/>
                </a:solidFill>
                <a:latin typeface="Arial"/>
                <a:ea typeface="Arial"/>
                <a:cs typeface="Arial"/>
              </a:rPr>
              <a:t>Stores p</a:t>
            </a:r>
            <a:r>
              <a:rPr sz="1500" b="1" dirty="0">
                <a:solidFill>
                  <a:srgbClr val="1F2933"/>
                </a:solidFill>
                <a:latin typeface="Arial"/>
                <a:ea typeface="Arial"/>
                <a:cs typeface="Arial"/>
              </a:rPr>
              <a:t>riority </a:t>
            </a:r>
            <a:endParaRPr lang="en-US" sz="1500" b="1" dirty="0">
              <a:solidFill>
                <a:srgbClr val="1F2933"/>
              </a:solidFill>
              <a:latin typeface="Arial"/>
              <a:ea typeface="Arial"/>
              <a:cs typeface="Arial"/>
            </a:endParaRPr>
          </a:p>
          <a:p>
            <a:pPr algn="ctr">
              <a:buNone/>
              <a:defRPr sz="1500" b="1">
                <a:solidFill>
                  <a:srgbClr val="1F2933"/>
                </a:solidFill>
                <a:latin typeface="Arial"/>
                <a:ea typeface="Arial"/>
                <a:cs typeface="Arial"/>
              </a:defRPr>
            </a:pPr>
            <a:r>
              <a:rPr lang="en-US" sz="1500" b="1" dirty="0">
                <a:solidFill>
                  <a:srgbClr val="1F2933"/>
                </a:solidFill>
                <a:latin typeface="Arial"/>
                <a:ea typeface="Arial"/>
                <a:cs typeface="Arial"/>
              </a:rPr>
              <a:t>metadata in</a:t>
            </a:r>
            <a:endParaRPr sz="1500" b="1" dirty="0">
              <a:solidFill>
                <a:srgbClr val="1F2933"/>
              </a:solidFill>
              <a:latin typeface="Arial"/>
              <a:ea typeface="Arial"/>
              <a:cs typeface="Arial"/>
            </a:endParaRPr>
          </a:p>
          <a:p>
            <a:pPr algn="ctr">
              <a:buNone/>
              <a:defRPr sz="1500" b="1">
                <a:solidFill>
                  <a:srgbClr val="1F2933"/>
                </a:solidFill>
                <a:latin typeface="Arial"/>
                <a:ea typeface="Arial"/>
                <a:cs typeface="Arial"/>
              </a:defRPr>
            </a:pPr>
            <a:r>
              <a:rPr sz="1500" b="1" dirty="0">
                <a:solidFill>
                  <a:srgbClr val="1F2933"/>
                </a:solidFill>
                <a:latin typeface="Arial"/>
                <a:ea typeface="Arial"/>
                <a:cs typeface="Arial"/>
              </a:rPr>
              <a:t>SQ</a:t>
            </a:r>
            <a:r>
              <a:rPr lang="en-US" sz="1500" b="1" dirty="0">
                <a:solidFill>
                  <a:srgbClr val="1F2933"/>
                </a:solidFill>
                <a:latin typeface="Arial"/>
                <a:ea typeface="Arial"/>
                <a:cs typeface="Arial"/>
              </a:rPr>
              <a:t>L Database</a:t>
            </a:r>
            <a:endParaRPr sz="1500" b="1" dirty="0">
              <a:solidFill>
                <a:srgbClr val="1F2933"/>
              </a:solidFill>
              <a:latin typeface="Arial"/>
              <a:ea typeface="Arial"/>
              <a:cs typeface="Arial"/>
            </a:endParaRPr>
          </a:p>
        </p:txBody>
      </p:sp>
      <p:cxnSp>
        <p:nvCxnSpPr>
          <p:cNvPr id="10" name="직선 화살표 연결선 9">
            <a:extLst>
              <a:ext uri="{FF2B5EF4-FFF2-40B4-BE49-F238E27FC236}">
                <a16:creationId xmlns:a16="http://schemas.microsoft.com/office/drawing/2014/main" id="{396EFE2F-F1E9-4762-BCDB-A64C1C854AF3}"/>
              </a:ext>
            </a:extLst>
          </p:cNvPr>
          <p:cNvCxnSpPr/>
          <p:nvPr/>
        </p:nvCxnSpPr>
        <p:spPr>
          <a:xfrm>
            <a:off x="3460750" y="3476625"/>
            <a:ext cx="971550" cy="0"/>
          </a:xfrm>
          <a:prstGeom prst="straightConnector1">
            <a:avLst/>
          </a:prstGeom>
          <a:ln w="28575">
            <a:solidFill>
              <a:srgbClr val="008C8C"/>
            </a:solidFill>
            <a:prstDash val="solid"/>
            <a:tailEnd type="arrow" w="sm" len="sm"/>
          </a:ln>
        </p:spPr>
      </p:cxnSp>
      <p:sp>
        <p:nvSpPr>
          <p:cNvPr id="11" name="직사각형 10">
            <a:extLst>
              <a:ext uri="{FF2B5EF4-FFF2-40B4-BE49-F238E27FC236}">
                <a16:creationId xmlns:a16="http://schemas.microsoft.com/office/drawing/2014/main" id="{6538BE29-8944-40CE-A274-F5B7D6337793}"/>
              </a:ext>
            </a:extLst>
          </p:cNvPr>
          <p:cNvSpPr>
            <a:spLocks noGrp="1"/>
          </p:cNvSpPr>
          <p:nvPr/>
        </p:nvSpPr>
        <p:spPr>
          <a:xfrm>
            <a:off x="3384550" y="3133724"/>
            <a:ext cx="1047750" cy="228600"/>
          </a:xfrm>
          <a:prstGeom prst="rect">
            <a:avLst/>
          </a:prstGeom>
          <a:noFill/>
          <a:ln w="0">
            <a:noFill/>
            <a:prstDash val="solid"/>
          </a:ln>
        </p:spPr>
        <p:txBody>
          <a:bodyPr wrap="square" lIns="0" tIns="0" rIns="0" bIns="0" anchor="t">
            <a:normAutofit/>
          </a:bodyPr>
          <a:lstStyle>
            <a:defPPr algn="ctr">
              <a:defRPr sz="1125" b="1">
                <a:solidFill>
                  <a:srgbClr val="627D98"/>
                </a:solidFill>
                <a:latin typeface="Arial"/>
                <a:ea typeface="Arial"/>
                <a:cs typeface="Arial"/>
              </a:defRPr>
            </a:defPPr>
            <a:lvl1pPr algn="ctr">
              <a:buNone/>
              <a:defRPr sz="1125" b="1">
                <a:solidFill>
                  <a:srgbClr val="627D98"/>
                </a:solidFill>
                <a:latin typeface="Arial"/>
                <a:ea typeface="Arial"/>
                <a:cs typeface="Arial"/>
              </a:defRPr>
            </a:lvl1pPr>
            <a:lvl2pPr algn="ctr">
              <a:buNone/>
              <a:defRPr sz="1125" b="1">
                <a:solidFill>
                  <a:srgbClr val="627D98"/>
                </a:solidFill>
                <a:latin typeface="Arial"/>
                <a:ea typeface="Arial"/>
                <a:cs typeface="Arial"/>
              </a:defRPr>
            </a:lvl2pPr>
            <a:lvl3pPr algn="ctr">
              <a:buNone/>
              <a:defRPr sz="1125" b="1">
                <a:solidFill>
                  <a:srgbClr val="627D98"/>
                </a:solidFill>
                <a:latin typeface="Arial"/>
                <a:ea typeface="Arial"/>
                <a:cs typeface="Arial"/>
              </a:defRPr>
            </a:lvl3pPr>
            <a:lvl4pPr algn="ctr">
              <a:buNone/>
              <a:defRPr sz="1125" b="1">
                <a:solidFill>
                  <a:srgbClr val="627D98"/>
                </a:solidFill>
                <a:latin typeface="Arial"/>
                <a:ea typeface="Arial"/>
                <a:cs typeface="Arial"/>
              </a:defRPr>
            </a:lvl4pPr>
            <a:lvl5pPr algn="ctr">
              <a:buNone/>
              <a:defRPr sz="1125" b="1">
                <a:solidFill>
                  <a:srgbClr val="627D98"/>
                </a:solidFill>
                <a:latin typeface="Arial"/>
                <a:ea typeface="Arial"/>
                <a:cs typeface="Arial"/>
              </a:defRPr>
            </a:lvl5pPr>
            <a:lvl6pPr algn="ctr">
              <a:buNone/>
              <a:defRPr sz="1125" b="1">
                <a:solidFill>
                  <a:srgbClr val="627D98"/>
                </a:solidFill>
                <a:latin typeface="Arial"/>
                <a:ea typeface="Arial"/>
                <a:cs typeface="Arial"/>
              </a:defRPr>
            </a:lvl6pPr>
            <a:lvl7pPr algn="ctr">
              <a:buNone/>
              <a:defRPr sz="1125" b="1">
                <a:solidFill>
                  <a:srgbClr val="627D98"/>
                </a:solidFill>
                <a:latin typeface="Arial"/>
                <a:ea typeface="Arial"/>
                <a:cs typeface="Arial"/>
              </a:defRPr>
            </a:lvl7pPr>
            <a:lvl8pPr algn="ctr">
              <a:buNone/>
              <a:defRPr sz="1125" b="1">
                <a:solidFill>
                  <a:srgbClr val="627D98"/>
                </a:solidFill>
                <a:latin typeface="Arial"/>
                <a:ea typeface="Arial"/>
                <a:cs typeface="Arial"/>
              </a:defRPr>
            </a:lvl8pPr>
            <a:lvl9pPr algn="ctr">
              <a:buNone/>
              <a:defRPr sz="1125" b="1">
                <a:solidFill>
                  <a:srgbClr val="627D98"/>
                </a:solidFill>
                <a:latin typeface="Arial"/>
                <a:ea typeface="Arial"/>
                <a:cs typeface="Arial"/>
              </a:defRPr>
            </a:lvl9pPr>
          </a:lstStyle>
          <a:p>
            <a:pPr algn="ctr">
              <a:buNone/>
              <a:defRPr sz="1125" b="1">
                <a:solidFill>
                  <a:srgbClr val="627D98"/>
                </a:solidFill>
                <a:latin typeface="Arial"/>
                <a:ea typeface="Arial"/>
                <a:cs typeface="Arial"/>
              </a:defRPr>
            </a:pPr>
            <a:r>
              <a:rPr sz="1125" b="1" dirty="0">
                <a:solidFill>
                  <a:srgbClr val="627D98"/>
                </a:solidFill>
                <a:latin typeface="Arial"/>
                <a:ea typeface="Arial"/>
                <a:cs typeface="Arial"/>
              </a:rPr>
              <a:t>HTTPS + JSON</a:t>
            </a:r>
          </a:p>
        </p:txBody>
      </p:sp>
      <p:sp>
        <p:nvSpPr>
          <p:cNvPr id="21" name="직사각형 20">
            <a:extLst>
              <a:ext uri="{FF2B5EF4-FFF2-40B4-BE49-F238E27FC236}">
                <a16:creationId xmlns:a16="http://schemas.microsoft.com/office/drawing/2014/main" id="{B7D7E0D0-3FFB-4EFA-ADD3-B259F7F66122}"/>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22" name="직사각형 21">
            <a:extLst>
              <a:ext uri="{FF2B5EF4-FFF2-40B4-BE49-F238E27FC236}">
                <a16:creationId xmlns:a16="http://schemas.microsoft.com/office/drawing/2014/main" id="{00D2A8CD-DB4F-4869-B4C5-6EFA7EBA9AF1}"/>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04</a:t>
            </a:r>
          </a:p>
        </p:txBody>
      </p:sp>
      <p:cxnSp>
        <p:nvCxnSpPr>
          <p:cNvPr id="24" name="직선 화살표 연결선 23">
            <a:extLst>
              <a:ext uri="{FF2B5EF4-FFF2-40B4-BE49-F238E27FC236}">
                <a16:creationId xmlns:a16="http://schemas.microsoft.com/office/drawing/2014/main" id="{9CA2DA29-90E5-036B-2932-ECE3BA30354A}"/>
              </a:ext>
            </a:extLst>
          </p:cNvPr>
          <p:cNvCxnSpPr/>
          <p:nvPr/>
        </p:nvCxnSpPr>
        <p:spPr>
          <a:xfrm>
            <a:off x="7315200" y="3441697"/>
            <a:ext cx="971550" cy="0"/>
          </a:xfrm>
          <a:prstGeom prst="straightConnector1">
            <a:avLst/>
          </a:prstGeom>
          <a:ln w="28575">
            <a:solidFill>
              <a:srgbClr val="008C8C"/>
            </a:solidFill>
            <a:prstDash val="solid"/>
            <a:tailEnd type="arrow" w="sm" len="sm"/>
          </a:ln>
        </p:spPr>
      </p:cxnSp>
      <p:sp>
        <p:nvSpPr>
          <p:cNvPr id="28" name="직사각형 27">
            <a:extLst>
              <a:ext uri="{FF2B5EF4-FFF2-40B4-BE49-F238E27FC236}">
                <a16:creationId xmlns:a16="http://schemas.microsoft.com/office/drawing/2014/main" id="{686BD6BD-6F32-40BE-EDA2-EE78BC090747}"/>
              </a:ext>
            </a:extLst>
          </p:cNvPr>
          <p:cNvSpPr>
            <a:spLocks noGrp="1"/>
          </p:cNvSpPr>
          <p:nvPr/>
        </p:nvSpPr>
        <p:spPr>
          <a:xfrm>
            <a:off x="4641850" y="4629148"/>
            <a:ext cx="267335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627D98"/>
                </a:solidFill>
                <a:latin typeface="Arial"/>
                <a:ea typeface="Arial"/>
                <a:cs typeface="Arial"/>
              </a:rPr>
              <a:t>Stores </a:t>
            </a:r>
            <a:r>
              <a:rPr lang="en-US" sz="1800" dirty="0"/>
              <a:t>AUTH tokens</a:t>
            </a:r>
            <a:endParaRPr sz="1800" b="1" dirty="0">
              <a:solidFill>
                <a:srgbClr val="627D98"/>
              </a:solidFill>
              <a:latin typeface="Arial"/>
              <a:ea typeface="Arial"/>
              <a:cs typeface="Arial"/>
            </a:endParaRPr>
          </a:p>
        </p:txBody>
      </p:sp>
      <p:sp>
        <p:nvSpPr>
          <p:cNvPr id="30" name="직사각형 29">
            <a:extLst>
              <a:ext uri="{FF2B5EF4-FFF2-40B4-BE49-F238E27FC236}">
                <a16:creationId xmlns:a16="http://schemas.microsoft.com/office/drawing/2014/main" id="{DD5B11C5-6F48-EB1E-5163-8BECDDA4A747}"/>
              </a:ext>
            </a:extLst>
          </p:cNvPr>
          <p:cNvSpPr>
            <a:spLocks noGrp="1"/>
          </p:cNvSpPr>
          <p:nvPr/>
        </p:nvSpPr>
        <p:spPr>
          <a:xfrm>
            <a:off x="1374775" y="1536700"/>
            <a:ext cx="168910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FF0000"/>
                </a:solidFill>
                <a:latin typeface="Arial"/>
                <a:ea typeface="Arial"/>
                <a:cs typeface="Arial"/>
              </a:rPr>
              <a:t>Web view</a:t>
            </a:r>
            <a:endParaRPr sz="1800" b="1" dirty="0">
              <a:solidFill>
                <a:srgbClr val="FF0000"/>
              </a:solidFill>
              <a:latin typeface="Arial"/>
              <a:ea typeface="Arial"/>
              <a:cs typeface="Arial"/>
            </a:endParaRPr>
          </a:p>
        </p:txBody>
      </p:sp>
      <p:sp>
        <p:nvSpPr>
          <p:cNvPr id="32" name="직사각형 31">
            <a:extLst>
              <a:ext uri="{FF2B5EF4-FFF2-40B4-BE49-F238E27FC236}">
                <a16:creationId xmlns:a16="http://schemas.microsoft.com/office/drawing/2014/main" id="{B6B19263-E210-033B-A1AE-9D26C7154EE8}"/>
              </a:ext>
            </a:extLst>
          </p:cNvPr>
          <p:cNvSpPr>
            <a:spLocks noGrp="1"/>
          </p:cNvSpPr>
          <p:nvPr/>
        </p:nvSpPr>
        <p:spPr>
          <a:xfrm>
            <a:off x="5172075" y="1584554"/>
            <a:ext cx="168910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FF0000"/>
                </a:solidFill>
                <a:latin typeface="Arial"/>
                <a:ea typeface="Arial"/>
                <a:cs typeface="Arial"/>
              </a:rPr>
              <a:t>Server side</a:t>
            </a:r>
            <a:endParaRPr sz="1800" b="1" dirty="0">
              <a:solidFill>
                <a:srgbClr val="FF0000"/>
              </a:solidFill>
              <a:latin typeface="Arial"/>
              <a:ea typeface="Arial"/>
              <a:cs typeface="Arial"/>
            </a:endParaRPr>
          </a:p>
        </p:txBody>
      </p:sp>
      <p:sp>
        <p:nvSpPr>
          <p:cNvPr id="34" name="직사각형 33">
            <a:extLst>
              <a:ext uri="{FF2B5EF4-FFF2-40B4-BE49-F238E27FC236}">
                <a16:creationId xmlns:a16="http://schemas.microsoft.com/office/drawing/2014/main" id="{08297B26-935B-7930-92BB-A938DBE83C3C}"/>
              </a:ext>
            </a:extLst>
          </p:cNvPr>
          <p:cNvSpPr>
            <a:spLocks noGrp="1"/>
          </p:cNvSpPr>
          <p:nvPr/>
        </p:nvSpPr>
        <p:spPr>
          <a:xfrm>
            <a:off x="8858250" y="1584554"/>
            <a:ext cx="168910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FF0000"/>
                </a:solidFill>
                <a:latin typeface="Arial"/>
                <a:ea typeface="Arial"/>
                <a:cs typeface="Arial"/>
              </a:rPr>
              <a:t>Gmail side</a:t>
            </a:r>
          </a:p>
          <a:p>
            <a:pPr algn="ctr">
              <a:buNone/>
              <a:defRPr sz="1050" b="1">
                <a:solidFill>
                  <a:srgbClr val="627D98"/>
                </a:solidFill>
                <a:latin typeface="Arial"/>
                <a:ea typeface="Arial"/>
                <a:cs typeface="Arial"/>
              </a:defRPr>
            </a:pPr>
            <a:endParaRPr sz="1800" b="1" dirty="0">
              <a:solidFill>
                <a:srgbClr val="FF0000"/>
              </a:solidFill>
              <a:latin typeface="Arial"/>
              <a:ea typeface="Arial"/>
              <a:cs typeface="Arial"/>
            </a:endParaRPr>
          </a:p>
        </p:txBody>
      </p:sp>
      <p:sp>
        <p:nvSpPr>
          <p:cNvPr id="36" name="직사각형 35">
            <a:extLst>
              <a:ext uri="{FF2B5EF4-FFF2-40B4-BE49-F238E27FC236}">
                <a16:creationId xmlns:a16="http://schemas.microsoft.com/office/drawing/2014/main" id="{9EAFD26E-42AA-05DC-C0FD-9BA159D008A2}"/>
              </a:ext>
            </a:extLst>
          </p:cNvPr>
          <p:cNvSpPr>
            <a:spLocks noGrp="1"/>
          </p:cNvSpPr>
          <p:nvPr/>
        </p:nvSpPr>
        <p:spPr>
          <a:xfrm>
            <a:off x="7277100" y="3089273"/>
            <a:ext cx="1047750" cy="228600"/>
          </a:xfrm>
          <a:prstGeom prst="rect">
            <a:avLst/>
          </a:prstGeom>
          <a:noFill/>
          <a:ln w="0">
            <a:noFill/>
            <a:prstDash val="solid"/>
          </a:ln>
        </p:spPr>
        <p:txBody>
          <a:bodyPr wrap="square" lIns="0" tIns="0" rIns="0" bIns="0" anchor="t">
            <a:normAutofit/>
          </a:bodyPr>
          <a:lstStyle>
            <a:defPPr algn="ctr">
              <a:defRPr sz="1125" b="1">
                <a:solidFill>
                  <a:srgbClr val="627D98"/>
                </a:solidFill>
                <a:latin typeface="Arial"/>
                <a:ea typeface="Arial"/>
                <a:cs typeface="Arial"/>
              </a:defRPr>
            </a:defPPr>
            <a:lvl1pPr algn="ctr">
              <a:buNone/>
              <a:defRPr sz="1125" b="1">
                <a:solidFill>
                  <a:srgbClr val="627D98"/>
                </a:solidFill>
                <a:latin typeface="Arial"/>
                <a:ea typeface="Arial"/>
                <a:cs typeface="Arial"/>
              </a:defRPr>
            </a:lvl1pPr>
            <a:lvl2pPr algn="ctr">
              <a:buNone/>
              <a:defRPr sz="1125" b="1">
                <a:solidFill>
                  <a:srgbClr val="627D98"/>
                </a:solidFill>
                <a:latin typeface="Arial"/>
                <a:ea typeface="Arial"/>
                <a:cs typeface="Arial"/>
              </a:defRPr>
            </a:lvl2pPr>
            <a:lvl3pPr algn="ctr">
              <a:buNone/>
              <a:defRPr sz="1125" b="1">
                <a:solidFill>
                  <a:srgbClr val="627D98"/>
                </a:solidFill>
                <a:latin typeface="Arial"/>
                <a:ea typeface="Arial"/>
                <a:cs typeface="Arial"/>
              </a:defRPr>
            </a:lvl3pPr>
            <a:lvl4pPr algn="ctr">
              <a:buNone/>
              <a:defRPr sz="1125" b="1">
                <a:solidFill>
                  <a:srgbClr val="627D98"/>
                </a:solidFill>
                <a:latin typeface="Arial"/>
                <a:ea typeface="Arial"/>
                <a:cs typeface="Arial"/>
              </a:defRPr>
            </a:lvl4pPr>
            <a:lvl5pPr algn="ctr">
              <a:buNone/>
              <a:defRPr sz="1125" b="1">
                <a:solidFill>
                  <a:srgbClr val="627D98"/>
                </a:solidFill>
                <a:latin typeface="Arial"/>
                <a:ea typeface="Arial"/>
                <a:cs typeface="Arial"/>
              </a:defRPr>
            </a:lvl5pPr>
            <a:lvl6pPr algn="ctr">
              <a:buNone/>
              <a:defRPr sz="1125" b="1">
                <a:solidFill>
                  <a:srgbClr val="627D98"/>
                </a:solidFill>
                <a:latin typeface="Arial"/>
                <a:ea typeface="Arial"/>
                <a:cs typeface="Arial"/>
              </a:defRPr>
            </a:lvl6pPr>
            <a:lvl7pPr algn="ctr">
              <a:buNone/>
              <a:defRPr sz="1125" b="1">
                <a:solidFill>
                  <a:srgbClr val="627D98"/>
                </a:solidFill>
                <a:latin typeface="Arial"/>
                <a:ea typeface="Arial"/>
                <a:cs typeface="Arial"/>
              </a:defRPr>
            </a:lvl7pPr>
            <a:lvl8pPr algn="ctr">
              <a:buNone/>
              <a:defRPr sz="1125" b="1">
                <a:solidFill>
                  <a:srgbClr val="627D98"/>
                </a:solidFill>
                <a:latin typeface="Arial"/>
                <a:ea typeface="Arial"/>
                <a:cs typeface="Arial"/>
              </a:defRPr>
            </a:lvl8pPr>
            <a:lvl9pPr algn="ctr">
              <a:buNone/>
              <a:defRPr sz="1125" b="1">
                <a:solidFill>
                  <a:srgbClr val="627D98"/>
                </a:solidFill>
                <a:latin typeface="Arial"/>
                <a:ea typeface="Arial"/>
                <a:cs typeface="Arial"/>
              </a:defRPr>
            </a:lvl9pPr>
          </a:lstStyle>
          <a:p>
            <a:pPr algn="ctr">
              <a:buNone/>
              <a:defRPr sz="1125" b="1">
                <a:solidFill>
                  <a:srgbClr val="627D98"/>
                </a:solidFill>
                <a:latin typeface="Arial"/>
                <a:ea typeface="Arial"/>
                <a:cs typeface="Arial"/>
              </a:defRPr>
            </a:pPr>
            <a:r>
              <a:rPr lang="en-US" sz="1400" dirty="0" err="1"/>
              <a:t>api</a:t>
            </a:r>
            <a:r>
              <a:rPr lang="en-US" sz="1400" dirty="0"/>
              <a:t> request</a:t>
            </a:r>
            <a:endParaRPr sz="1400" b="1" dirty="0">
              <a:solidFill>
                <a:srgbClr val="627D98"/>
              </a:solidFill>
              <a:latin typeface="Arial"/>
              <a:ea typeface="Arial"/>
              <a:cs typeface="Arial"/>
            </a:endParaRPr>
          </a:p>
        </p:txBody>
      </p:sp>
      <p:sp>
        <p:nvSpPr>
          <p:cNvPr id="39" name="직사각형 38">
            <a:extLst>
              <a:ext uri="{FF2B5EF4-FFF2-40B4-BE49-F238E27FC236}">
                <a16:creationId xmlns:a16="http://schemas.microsoft.com/office/drawing/2014/main" id="{34D75793-FB07-50F9-0F28-45910901FFED}"/>
              </a:ext>
            </a:extLst>
          </p:cNvPr>
          <p:cNvSpPr>
            <a:spLocks noGrp="1"/>
          </p:cNvSpPr>
          <p:nvPr/>
        </p:nvSpPr>
        <p:spPr>
          <a:xfrm>
            <a:off x="914400" y="4232276"/>
            <a:ext cx="2673350" cy="609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lang="en-US" sz="1800" b="1" dirty="0">
                <a:solidFill>
                  <a:srgbClr val="627D98"/>
                </a:solidFill>
                <a:latin typeface="Arial"/>
                <a:ea typeface="Arial"/>
                <a:cs typeface="Arial"/>
              </a:rPr>
              <a:t>Stores </a:t>
            </a:r>
            <a:r>
              <a:rPr lang="en-US" sz="1800" dirty="0"/>
              <a:t>session cookies</a:t>
            </a:r>
          </a:p>
          <a:p>
            <a:pPr algn="ctr">
              <a:buNone/>
              <a:defRPr sz="1050" b="1">
                <a:solidFill>
                  <a:srgbClr val="627D98"/>
                </a:solidFill>
                <a:latin typeface="Arial"/>
                <a:ea typeface="Arial"/>
                <a:cs typeface="Arial"/>
              </a:defRPr>
            </a:pPr>
            <a:endParaRPr sz="1800" b="1" dirty="0">
              <a:solidFill>
                <a:srgbClr val="627D98"/>
              </a:solidFill>
              <a:latin typeface="Arial"/>
              <a:ea typeface="Arial"/>
              <a:cs typeface="Arial"/>
            </a:endParaRPr>
          </a:p>
        </p:txBody>
      </p:sp>
    </p:spTree>
    <p:extLst>
      <p:ext uri="{BB962C8B-B14F-4D97-AF65-F5344CB8AC3E}">
        <p14:creationId xmlns:p14="http://schemas.microsoft.com/office/powerpoint/2010/main" val="2129613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직사각형 35">
            <a:extLst>
              <a:ext uri="{FF2B5EF4-FFF2-40B4-BE49-F238E27FC236}">
                <a16:creationId xmlns:a16="http://schemas.microsoft.com/office/drawing/2014/main" id="{939A8981-9175-4472-BD99-2D3CACF29F72}"/>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Current endpoint responsibilities</a:t>
            </a:r>
          </a:p>
        </p:txBody>
      </p:sp>
      <p:sp>
        <p:nvSpPr>
          <p:cNvPr id="2" name="직사각형 1">
            <a:extLst>
              <a:ext uri="{FF2B5EF4-FFF2-40B4-BE49-F238E27FC236}">
                <a16:creationId xmlns:a16="http://schemas.microsoft.com/office/drawing/2014/main" id="{C5E8C393-71E6-4D84-9E3C-D30DE7EB6D19}"/>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The implemented API covers authentication, message retrieval, and synchronized message actions</a:t>
            </a:r>
          </a:p>
        </p:txBody>
      </p:sp>
      <p:sp>
        <p:nvSpPr>
          <p:cNvPr id="3" name="직선 연결선 2">
            <a:extLst>
              <a:ext uri="{FF2B5EF4-FFF2-40B4-BE49-F238E27FC236}">
                <a16:creationId xmlns:a16="http://schemas.microsoft.com/office/drawing/2014/main" id="{EAB8880D-5A33-4841-A5F5-D42A74415CD4}"/>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19292C86-8C8C-4D96-AADC-A6C1B04F3D72}"/>
              </a:ext>
            </a:extLst>
          </p:cNvPr>
          <p:cNvSpPr>
            <a:spLocks noGrp="1"/>
          </p:cNvSpPr>
          <p:nvPr/>
        </p:nvSpPr>
        <p:spPr>
          <a:xfrm>
            <a:off x="723900" y="1625600"/>
            <a:ext cx="1047750" cy="247650"/>
          </a:xfrm>
          <a:prstGeom prst="rect">
            <a:avLst/>
          </a:prstGeom>
          <a:noFill/>
          <a:ln w="0">
            <a:noFill/>
            <a:prstDash val="solid"/>
          </a:ln>
        </p:spPr>
        <p:txBody>
          <a:bodyPr wrap="square" lIns="0" tIns="0" rIns="0" bIns="0" anchor="t">
            <a:normAutofit/>
          </a:bodyPr>
          <a:lstStyle>
            <a:defPPr algn="l">
              <a:defRPr sz="1125" b="1">
                <a:solidFill>
                  <a:srgbClr val="627D98"/>
                </a:solidFill>
                <a:latin typeface="Arial"/>
                <a:ea typeface="Arial"/>
                <a:cs typeface="Arial"/>
              </a:defRPr>
            </a:defPPr>
            <a:lvl1pPr algn="l">
              <a:buNone/>
              <a:defRPr sz="1125" b="1">
                <a:solidFill>
                  <a:srgbClr val="627D98"/>
                </a:solidFill>
                <a:latin typeface="Arial"/>
                <a:ea typeface="Arial"/>
                <a:cs typeface="Arial"/>
              </a:defRPr>
            </a:lvl1pPr>
            <a:lvl2pPr algn="l">
              <a:buNone/>
              <a:defRPr sz="1125" b="1">
                <a:solidFill>
                  <a:srgbClr val="627D98"/>
                </a:solidFill>
                <a:latin typeface="Arial"/>
                <a:ea typeface="Arial"/>
                <a:cs typeface="Arial"/>
              </a:defRPr>
            </a:lvl2pPr>
            <a:lvl3pPr algn="l">
              <a:buNone/>
              <a:defRPr sz="1125" b="1">
                <a:solidFill>
                  <a:srgbClr val="627D98"/>
                </a:solidFill>
                <a:latin typeface="Arial"/>
                <a:ea typeface="Arial"/>
                <a:cs typeface="Arial"/>
              </a:defRPr>
            </a:lvl3pPr>
            <a:lvl4pPr algn="l">
              <a:buNone/>
              <a:defRPr sz="1125" b="1">
                <a:solidFill>
                  <a:srgbClr val="627D98"/>
                </a:solidFill>
                <a:latin typeface="Arial"/>
                <a:ea typeface="Arial"/>
                <a:cs typeface="Arial"/>
              </a:defRPr>
            </a:lvl4pPr>
            <a:lvl5pPr algn="l">
              <a:buNone/>
              <a:defRPr sz="1125" b="1">
                <a:solidFill>
                  <a:srgbClr val="627D98"/>
                </a:solidFill>
                <a:latin typeface="Arial"/>
                <a:ea typeface="Arial"/>
                <a:cs typeface="Arial"/>
              </a:defRPr>
            </a:lvl5pPr>
            <a:lvl6pPr algn="l">
              <a:buNone/>
              <a:defRPr sz="1125" b="1">
                <a:solidFill>
                  <a:srgbClr val="627D98"/>
                </a:solidFill>
                <a:latin typeface="Arial"/>
                <a:ea typeface="Arial"/>
                <a:cs typeface="Arial"/>
              </a:defRPr>
            </a:lvl6pPr>
            <a:lvl7pPr algn="l">
              <a:buNone/>
              <a:defRPr sz="1125" b="1">
                <a:solidFill>
                  <a:srgbClr val="627D98"/>
                </a:solidFill>
                <a:latin typeface="Arial"/>
                <a:ea typeface="Arial"/>
                <a:cs typeface="Arial"/>
              </a:defRPr>
            </a:lvl7pPr>
            <a:lvl8pPr algn="l">
              <a:buNone/>
              <a:defRPr sz="1125" b="1">
                <a:solidFill>
                  <a:srgbClr val="627D98"/>
                </a:solidFill>
                <a:latin typeface="Arial"/>
                <a:ea typeface="Arial"/>
                <a:cs typeface="Arial"/>
              </a:defRPr>
            </a:lvl8pPr>
            <a:lvl9pPr algn="l">
              <a:buNone/>
              <a:defRPr sz="1125" b="1">
                <a:solidFill>
                  <a:srgbClr val="627D98"/>
                </a:solidFill>
                <a:latin typeface="Arial"/>
                <a:ea typeface="Arial"/>
                <a:cs typeface="Arial"/>
              </a:defRPr>
            </a:lvl9pPr>
          </a:lstStyle>
          <a:p>
            <a:pPr algn="l">
              <a:buNone/>
              <a:defRPr sz="1125" b="1">
                <a:solidFill>
                  <a:srgbClr val="627D98"/>
                </a:solidFill>
                <a:latin typeface="Arial"/>
                <a:ea typeface="Arial"/>
                <a:cs typeface="Arial"/>
              </a:defRPr>
            </a:pPr>
            <a:r>
              <a:rPr sz="1125" b="1">
                <a:solidFill>
                  <a:srgbClr val="627D98"/>
                </a:solidFill>
                <a:latin typeface="Arial"/>
                <a:ea typeface="Arial"/>
                <a:cs typeface="Arial"/>
              </a:rPr>
              <a:t>METHOD</a:t>
            </a:r>
          </a:p>
        </p:txBody>
      </p:sp>
      <p:sp>
        <p:nvSpPr>
          <p:cNvPr id="5" name="직사각형 4">
            <a:extLst>
              <a:ext uri="{FF2B5EF4-FFF2-40B4-BE49-F238E27FC236}">
                <a16:creationId xmlns:a16="http://schemas.microsoft.com/office/drawing/2014/main" id="{1137BB04-519B-4AD2-9CAE-973521A8E449}"/>
              </a:ext>
            </a:extLst>
          </p:cNvPr>
          <p:cNvSpPr>
            <a:spLocks noGrp="1"/>
          </p:cNvSpPr>
          <p:nvPr/>
        </p:nvSpPr>
        <p:spPr>
          <a:xfrm>
            <a:off x="1924050" y="1625600"/>
            <a:ext cx="3429000" cy="247650"/>
          </a:xfrm>
          <a:prstGeom prst="rect">
            <a:avLst/>
          </a:prstGeom>
          <a:noFill/>
          <a:ln w="0">
            <a:noFill/>
            <a:prstDash val="solid"/>
          </a:ln>
        </p:spPr>
        <p:txBody>
          <a:bodyPr wrap="square" lIns="0" tIns="0" rIns="0" bIns="0" anchor="t">
            <a:normAutofit/>
          </a:bodyPr>
          <a:lstStyle>
            <a:defPPr algn="l">
              <a:defRPr sz="1125" b="1">
                <a:solidFill>
                  <a:srgbClr val="627D98"/>
                </a:solidFill>
                <a:latin typeface="Arial"/>
                <a:ea typeface="Arial"/>
                <a:cs typeface="Arial"/>
              </a:defRPr>
            </a:defPPr>
            <a:lvl1pPr algn="l">
              <a:buNone/>
              <a:defRPr sz="1125" b="1">
                <a:solidFill>
                  <a:srgbClr val="627D98"/>
                </a:solidFill>
                <a:latin typeface="Arial"/>
                <a:ea typeface="Arial"/>
                <a:cs typeface="Arial"/>
              </a:defRPr>
            </a:lvl1pPr>
            <a:lvl2pPr algn="l">
              <a:buNone/>
              <a:defRPr sz="1125" b="1">
                <a:solidFill>
                  <a:srgbClr val="627D98"/>
                </a:solidFill>
                <a:latin typeface="Arial"/>
                <a:ea typeface="Arial"/>
                <a:cs typeface="Arial"/>
              </a:defRPr>
            </a:lvl2pPr>
            <a:lvl3pPr algn="l">
              <a:buNone/>
              <a:defRPr sz="1125" b="1">
                <a:solidFill>
                  <a:srgbClr val="627D98"/>
                </a:solidFill>
                <a:latin typeface="Arial"/>
                <a:ea typeface="Arial"/>
                <a:cs typeface="Arial"/>
              </a:defRPr>
            </a:lvl3pPr>
            <a:lvl4pPr algn="l">
              <a:buNone/>
              <a:defRPr sz="1125" b="1">
                <a:solidFill>
                  <a:srgbClr val="627D98"/>
                </a:solidFill>
                <a:latin typeface="Arial"/>
                <a:ea typeface="Arial"/>
                <a:cs typeface="Arial"/>
              </a:defRPr>
            </a:lvl4pPr>
            <a:lvl5pPr algn="l">
              <a:buNone/>
              <a:defRPr sz="1125" b="1">
                <a:solidFill>
                  <a:srgbClr val="627D98"/>
                </a:solidFill>
                <a:latin typeface="Arial"/>
                <a:ea typeface="Arial"/>
                <a:cs typeface="Arial"/>
              </a:defRPr>
            </a:lvl5pPr>
            <a:lvl6pPr algn="l">
              <a:buNone/>
              <a:defRPr sz="1125" b="1">
                <a:solidFill>
                  <a:srgbClr val="627D98"/>
                </a:solidFill>
                <a:latin typeface="Arial"/>
                <a:ea typeface="Arial"/>
                <a:cs typeface="Arial"/>
              </a:defRPr>
            </a:lvl6pPr>
            <a:lvl7pPr algn="l">
              <a:buNone/>
              <a:defRPr sz="1125" b="1">
                <a:solidFill>
                  <a:srgbClr val="627D98"/>
                </a:solidFill>
                <a:latin typeface="Arial"/>
                <a:ea typeface="Arial"/>
                <a:cs typeface="Arial"/>
              </a:defRPr>
            </a:lvl7pPr>
            <a:lvl8pPr algn="l">
              <a:buNone/>
              <a:defRPr sz="1125" b="1">
                <a:solidFill>
                  <a:srgbClr val="627D98"/>
                </a:solidFill>
                <a:latin typeface="Arial"/>
                <a:ea typeface="Arial"/>
                <a:cs typeface="Arial"/>
              </a:defRPr>
            </a:lvl8pPr>
            <a:lvl9pPr algn="l">
              <a:buNone/>
              <a:defRPr sz="1125" b="1">
                <a:solidFill>
                  <a:srgbClr val="627D98"/>
                </a:solidFill>
                <a:latin typeface="Arial"/>
                <a:ea typeface="Arial"/>
                <a:cs typeface="Arial"/>
              </a:defRPr>
            </a:lvl9pPr>
          </a:lstStyle>
          <a:p>
            <a:pPr algn="l">
              <a:buNone/>
              <a:defRPr sz="1125" b="1">
                <a:solidFill>
                  <a:srgbClr val="627D98"/>
                </a:solidFill>
                <a:latin typeface="Arial"/>
                <a:ea typeface="Arial"/>
                <a:cs typeface="Arial"/>
              </a:defRPr>
            </a:pPr>
            <a:r>
              <a:rPr sz="1125" b="1">
                <a:solidFill>
                  <a:srgbClr val="627D98"/>
                </a:solidFill>
                <a:latin typeface="Arial"/>
                <a:ea typeface="Arial"/>
                <a:cs typeface="Arial"/>
              </a:rPr>
              <a:t>ROUTE</a:t>
            </a:r>
          </a:p>
        </p:txBody>
      </p:sp>
      <p:sp>
        <p:nvSpPr>
          <p:cNvPr id="6" name="직사각형 5">
            <a:extLst>
              <a:ext uri="{FF2B5EF4-FFF2-40B4-BE49-F238E27FC236}">
                <a16:creationId xmlns:a16="http://schemas.microsoft.com/office/drawing/2014/main" id="{D38829BA-C6A1-4012-9241-85C485489E77}"/>
              </a:ext>
            </a:extLst>
          </p:cNvPr>
          <p:cNvSpPr>
            <a:spLocks noGrp="1"/>
          </p:cNvSpPr>
          <p:nvPr/>
        </p:nvSpPr>
        <p:spPr>
          <a:xfrm>
            <a:off x="5524500" y="1625600"/>
            <a:ext cx="5810250" cy="247650"/>
          </a:xfrm>
          <a:prstGeom prst="rect">
            <a:avLst/>
          </a:prstGeom>
          <a:noFill/>
          <a:ln w="0">
            <a:noFill/>
            <a:prstDash val="solid"/>
          </a:ln>
        </p:spPr>
        <p:txBody>
          <a:bodyPr wrap="square" lIns="0" tIns="0" rIns="0" bIns="0" anchor="t">
            <a:normAutofit/>
          </a:bodyPr>
          <a:lstStyle>
            <a:defPPr algn="l">
              <a:defRPr sz="1125" b="1">
                <a:solidFill>
                  <a:srgbClr val="627D98"/>
                </a:solidFill>
                <a:latin typeface="Arial"/>
                <a:ea typeface="Arial"/>
                <a:cs typeface="Arial"/>
              </a:defRPr>
            </a:defPPr>
            <a:lvl1pPr algn="l">
              <a:buNone/>
              <a:defRPr sz="1125" b="1">
                <a:solidFill>
                  <a:srgbClr val="627D98"/>
                </a:solidFill>
                <a:latin typeface="Arial"/>
                <a:ea typeface="Arial"/>
                <a:cs typeface="Arial"/>
              </a:defRPr>
            </a:lvl1pPr>
            <a:lvl2pPr algn="l">
              <a:buNone/>
              <a:defRPr sz="1125" b="1">
                <a:solidFill>
                  <a:srgbClr val="627D98"/>
                </a:solidFill>
                <a:latin typeface="Arial"/>
                <a:ea typeface="Arial"/>
                <a:cs typeface="Arial"/>
              </a:defRPr>
            </a:lvl2pPr>
            <a:lvl3pPr algn="l">
              <a:buNone/>
              <a:defRPr sz="1125" b="1">
                <a:solidFill>
                  <a:srgbClr val="627D98"/>
                </a:solidFill>
                <a:latin typeface="Arial"/>
                <a:ea typeface="Arial"/>
                <a:cs typeface="Arial"/>
              </a:defRPr>
            </a:lvl3pPr>
            <a:lvl4pPr algn="l">
              <a:buNone/>
              <a:defRPr sz="1125" b="1">
                <a:solidFill>
                  <a:srgbClr val="627D98"/>
                </a:solidFill>
                <a:latin typeface="Arial"/>
                <a:ea typeface="Arial"/>
                <a:cs typeface="Arial"/>
              </a:defRPr>
            </a:lvl4pPr>
            <a:lvl5pPr algn="l">
              <a:buNone/>
              <a:defRPr sz="1125" b="1">
                <a:solidFill>
                  <a:srgbClr val="627D98"/>
                </a:solidFill>
                <a:latin typeface="Arial"/>
                <a:ea typeface="Arial"/>
                <a:cs typeface="Arial"/>
              </a:defRPr>
            </a:lvl5pPr>
            <a:lvl6pPr algn="l">
              <a:buNone/>
              <a:defRPr sz="1125" b="1">
                <a:solidFill>
                  <a:srgbClr val="627D98"/>
                </a:solidFill>
                <a:latin typeface="Arial"/>
                <a:ea typeface="Arial"/>
                <a:cs typeface="Arial"/>
              </a:defRPr>
            </a:lvl6pPr>
            <a:lvl7pPr algn="l">
              <a:buNone/>
              <a:defRPr sz="1125" b="1">
                <a:solidFill>
                  <a:srgbClr val="627D98"/>
                </a:solidFill>
                <a:latin typeface="Arial"/>
                <a:ea typeface="Arial"/>
                <a:cs typeface="Arial"/>
              </a:defRPr>
            </a:lvl7pPr>
            <a:lvl8pPr algn="l">
              <a:buNone/>
              <a:defRPr sz="1125" b="1">
                <a:solidFill>
                  <a:srgbClr val="627D98"/>
                </a:solidFill>
                <a:latin typeface="Arial"/>
                <a:ea typeface="Arial"/>
                <a:cs typeface="Arial"/>
              </a:defRPr>
            </a:lvl8pPr>
            <a:lvl9pPr algn="l">
              <a:buNone/>
              <a:defRPr sz="1125" b="1">
                <a:solidFill>
                  <a:srgbClr val="627D98"/>
                </a:solidFill>
                <a:latin typeface="Arial"/>
                <a:ea typeface="Arial"/>
                <a:cs typeface="Arial"/>
              </a:defRPr>
            </a:lvl9pPr>
          </a:lstStyle>
          <a:p>
            <a:pPr algn="l">
              <a:buNone/>
              <a:defRPr sz="1125" b="1">
                <a:solidFill>
                  <a:srgbClr val="627D98"/>
                </a:solidFill>
                <a:latin typeface="Arial"/>
                <a:ea typeface="Arial"/>
                <a:cs typeface="Arial"/>
              </a:defRPr>
            </a:pPr>
            <a:r>
              <a:rPr sz="1125" b="1">
                <a:solidFill>
                  <a:srgbClr val="627D98"/>
                </a:solidFill>
                <a:latin typeface="Arial"/>
                <a:ea typeface="Arial"/>
                <a:cs typeface="Arial"/>
              </a:rPr>
              <a:t>SERVER RESPONSIBILITY</a:t>
            </a:r>
          </a:p>
        </p:txBody>
      </p:sp>
      <p:sp>
        <p:nvSpPr>
          <p:cNvPr id="7" name="직선 연결선 6">
            <a:extLst>
              <a:ext uri="{FF2B5EF4-FFF2-40B4-BE49-F238E27FC236}">
                <a16:creationId xmlns:a16="http://schemas.microsoft.com/office/drawing/2014/main" id="{EE605705-0779-4A08-80B9-4A6B22A34BD5}"/>
              </a:ext>
            </a:extLst>
          </p:cNvPr>
          <p:cNvSpPr>
            <a:spLocks noGrp="1"/>
          </p:cNvSpPr>
          <p:nvPr/>
        </p:nvSpPr>
        <p:spPr>
          <a:xfrm>
            <a:off x="723900" y="1968500"/>
            <a:ext cx="10572750" cy="0"/>
          </a:xfrm>
          <a:prstGeom prst="line">
            <a:avLst/>
          </a:prstGeom>
          <a:noFill/>
          <a:ln w="19050">
            <a:solidFill>
              <a:srgbClr val="102A43"/>
            </a:solidFill>
            <a:prstDash val="solid"/>
          </a:ln>
        </p:spPr>
        <p:txBody>
          <a:bodyPr/>
          <a:lstStyle/>
          <a:p>
            <a:endParaRPr lang="ko-KR" altLang="en-US"/>
          </a:p>
        </p:txBody>
      </p:sp>
      <p:sp>
        <p:nvSpPr>
          <p:cNvPr id="8" name="직사각형 7">
            <a:extLst>
              <a:ext uri="{FF2B5EF4-FFF2-40B4-BE49-F238E27FC236}">
                <a16:creationId xmlns:a16="http://schemas.microsoft.com/office/drawing/2014/main" id="{B6A982F3-ACDC-4513-825E-F9C5233CA200}"/>
              </a:ext>
            </a:extLst>
          </p:cNvPr>
          <p:cNvSpPr>
            <a:spLocks noGrp="1"/>
          </p:cNvSpPr>
          <p:nvPr/>
        </p:nvSpPr>
        <p:spPr>
          <a:xfrm>
            <a:off x="723900" y="2159000"/>
            <a:ext cx="1047750" cy="28575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GET</a:t>
            </a:r>
          </a:p>
        </p:txBody>
      </p:sp>
      <p:sp>
        <p:nvSpPr>
          <p:cNvPr id="9" name="직사각형 8">
            <a:extLst>
              <a:ext uri="{FF2B5EF4-FFF2-40B4-BE49-F238E27FC236}">
                <a16:creationId xmlns:a16="http://schemas.microsoft.com/office/drawing/2014/main" id="{AE51983C-101B-4C63-AD09-5ED102976044}"/>
              </a:ext>
            </a:extLst>
          </p:cNvPr>
          <p:cNvSpPr>
            <a:spLocks noGrp="1"/>
          </p:cNvSpPr>
          <p:nvPr/>
        </p:nvSpPr>
        <p:spPr>
          <a:xfrm>
            <a:off x="1924050" y="21590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/api/google/connect</a:t>
            </a:r>
          </a:p>
        </p:txBody>
      </p:sp>
      <p:sp>
        <p:nvSpPr>
          <p:cNvPr id="10" name="직사각형 9">
            <a:extLst>
              <a:ext uri="{FF2B5EF4-FFF2-40B4-BE49-F238E27FC236}">
                <a16:creationId xmlns:a16="http://schemas.microsoft.com/office/drawing/2014/main" id="{75F68BE9-1E35-41EE-A51C-0E89DCCDAA89}"/>
              </a:ext>
            </a:extLst>
          </p:cNvPr>
          <p:cNvSpPr>
            <a:spLocks noGrp="1"/>
          </p:cNvSpPr>
          <p:nvPr/>
        </p:nvSpPr>
        <p:spPr>
          <a:xfrm>
            <a:off x="5524500" y="21590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Starts OAuth and creates the state value</a:t>
            </a:r>
          </a:p>
        </p:txBody>
      </p:sp>
      <p:sp>
        <p:nvSpPr>
          <p:cNvPr id="11" name="직선 연결선 10">
            <a:extLst>
              <a:ext uri="{FF2B5EF4-FFF2-40B4-BE49-F238E27FC236}">
                <a16:creationId xmlns:a16="http://schemas.microsoft.com/office/drawing/2014/main" id="{357467B6-4FF3-486A-80F8-02837A6E6D2F}"/>
              </a:ext>
            </a:extLst>
          </p:cNvPr>
          <p:cNvSpPr>
            <a:spLocks noGrp="1"/>
          </p:cNvSpPr>
          <p:nvPr/>
        </p:nvSpPr>
        <p:spPr>
          <a:xfrm>
            <a:off x="723900" y="2654300"/>
            <a:ext cx="10572750" cy="0"/>
          </a:xfrm>
          <a:prstGeom prst="line">
            <a:avLst/>
          </a:prstGeom>
          <a:noFill/>
          <a:ln w="9525">
            <a:solidFill>
              <a:srgbClr val="EEF1F4"/>
            </a:solidFill>
            <a:prstDash val="solid"/>
          </a:ln>
        </p:spPr>
        <p:txBody>
          <a:bodyPr/>
          <a:lstStyle/>
          <a:p>
            <a:endParaRPr lang="ko-KR" altLang="en-US"/>
          </a:p>
        </p:txBody>
      </p:sp>
      <p:sp>
        <p:nvSpPr>
          <p:cNvPr id="12" name="직사각형 11">
            <a:extLst>
              <a:ext uri="{FF2B5EF4-FFF2-40B4-BE49-F238E27FC236}">
                <a16:creationId xmlns:a16="http://schemas.microsoft.com/office/drawing/2014/main" id="{116AAEC7-C5EC-418A-B079-AA9BA60261A3}"/>
              </a:ext>
            </a:extLst>
          </p:cNvPr>
          <p:cNvSpPr>
            <a:spLocks noGrp="1"/>
          </p:cNvSpPr>
          <p:nvPr/>
        </p:nvSpPr>
        <p:spPr>
          <a:xfrm>
            <a:off x="723900" y="2806700"/>
            <a:ext cx="1047750" cy="28575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GET</a:t>
            </a:r>
          </a:p>
        </p:txBody>
      </p:sp>
      <p:sp>
        <p:nvSpPr>
          <p:cNvPr id="13" name="직사각형 12">
            <a:extLst>
              <a:ext uri="{FF2B5EF4-FFF2-40B4-BE49-F238E27FC236}">
                <a16:creationId xmlns:a16="http://schemas.microsoft.com/office/drawing/2014/main" id="{29A65D91-08DA-4F61-A74D-A1ECCC1B24C6}"/>
              </a:ext>
            </a:extLst>
          </p:cNvPr>
          <p:cNvSpPr>
            <a:spLocks noGrp="1"/>
          </p:cNvSpPr>
          <p:nvPr/>
        </p:nvSpPr>
        <p:spPr>
          <a:xfrm>
            <a:off x="1924050" y="28067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/api/google/callback</a:t>
            </a:r>
          </a:p>
        </p:txBody>
      </p:sp>
      <p:sp>
        <p:nvSpPr>
          <p:cNvPr id="14" name="직사각형 13">
            <a:extLst>
              <a:ext uri="{FF2B5EF4-FFF2-40B4-BE49-F238E27FC236}">
                <a16:creationId xmlns:a16="http://schemas.microsoft.com/office/drawing/2014/main" id="{ACB3AB1A-3694-42D4-A1F3-9DE5D2A86C54}"/>
              </a:ext>
            </a:extLst>
          </p:cNvPr>
          <p:cNvSpPr>
            <a:spLocks noGrp="1"/>
          </p:cNvSpPr>
          <p:nvPr/>
        </p:nvSpPr>
        <p:spPr>
          <a:xfrm>
            <a:off x="5524500" y="28067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Validates state, exchanges the code, and creates a session</a:t>
            </a:r>
          </a:p>
        </p:txBody>
      </p:sp>
      <p:sp>
        <p:nvSpPr>
          <p:cNvPr id="15" name="직선 연결선 14">
            <a:extLst>
              <a:ext uri="{FF2B5EF4-FFF2-40B4-BE49-F238E27FC236}">
                <a16:creationId xmlns:a16="http://schemas.microsoft.com/office/drawing/2014/main" id="{764D933E-7015-40F2-8639-448F2464B636}"/>
              </a:ext>
            </a:extLst>
          </p:cNvPr>
          <p:cNvSpPr>
            <a:spLocks noGrp="1"/>
          </p:cNvSpPr>
          <p:nvPr/>
        </p:nvSpPr>
        <p:spPr>
          <a:xfrm>
            <a:off x="723900" y="3302000"/>
            <a:ext cx="10572750" cy="0"/>
          </a:xfrm>
          <a:prstGeom prst="line">
            <a:avLst/>
          </a:prstGeom>
          <a:noFill/>
          <a:ln w="9525">
            <a:solidFill>
              <a:srgbClr val="EEF1F4"/>
            </a:solidFill>
            <a:prstDash val="solid"/>
          </a:ln>
        </p:spPr>
        <p:txBody>
          <a:bodyPr/>
          <a:lstStyle/>
          <a:p>
            <a:endParaRPr lang="ko-KR" altLang="en-US"/>
          </a:p>
        </p:txBody>
      </p:sp>
      <p:sp>
        <p:nvSpPr>
          <p:cNvPr id="16" name="직사각형 15">
            <a:extLst>
              <a:ext uri="{FF2B5EF4-FFF2-40B4-BE49-F238E27FC236}">
                <a16:creationId xmlns:a16="http://schemas.microsoft.com/office/drawing/2014/main" id="{AAACCD9B-9018-4A28-81AB-3A562109690D}"/>
              </a:ext>
            </a:extLst>
          </p:cNvPr>
          <p:cNvSpPr>
            <a:spLocks noGrp="1"/>
          </p:cNvSpPr>
          <p:nvPr/>
        </p:nvSpPr>
        <p:spPr>
          <a:xfrm>
            <a:off x="723900" y="3454400"/>
            <a:ext cx="1047750" cy="28575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GET</a:t>
            </a:r>
          </a:p>
        </p:txBody>
      </p:sp>
      <p:sp>
        <p:nvSpPr>
          <p:cNvPr id="17" name="직사각형 16">
            <a:extLst>
              <a:ext uri="{FF2B5EF4-FFF2-40B4-BE49-F238E27FC236}">
                <a16:creationId xmlns:a16="http://schemas.microsoft.com/office/drawing/2014/main" id="{6446DCEA-94EA-49D2-80EE-0DBA5E895142}"/>
              </a:ext>
            </a:extLst>
          </p:cNvPr>
          <p:cNvSpPr>
            <a:spLocks noGrp="1"/>
          </p:cNvSpPr>
          <p:nvPr/>
        </p:nvSpPr>
        <p:spPr>
          <a:xfrm>
            <a:off x="1924050" y="34544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/api/google/profile</a:t>
            </a:r>
          </a:p>
        </p:txBody>
      </p:sp>
      <p:sp>
        <p:nvSpPr>
          <p:cNvPr id="18" name="직사각형 17">
            <a:extLst>
              <a:ext uri="{FF2B5EF4-FFF2-40B4-BE49-F238E27FC236}">
                <a16:creationId xmlns:a16="http://schemas.microsoft.com/office/drawing/2014/main" id="{03DCF6B4-7202-41B4-AA74-B1B814049871}"/>
              </a:ext>
            </a:extLst>
          </p:cNvPr>
          <p:cNvSpPr>
            <a:spLocks noGrp="1"/>
          </p:cNvSpPr>
          <p:nvPr/>
        </p:nvSpPr>
        <p:spPr>
          <a:xfrm>
            <a:off x="5524500" y="34544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Returns the connected Google account</a:t>
            </a:r>
          </a:p>
        </p:txBody>
      </p:sp>
      <p:sp>
        <p:nvSpPr>
          <p:cNvPr id="19" name="직선 연결선 18">
            <a:extLst>
              <a:ext uri="{FF2B5EF4-FFF2-40B4-BE49-F238E27FC236}">
                <a16:creationId xmlns:a16="http://schemas.microsoft.com/office/drawing/2014/main" id="{E00F0AD1-4A46-4DB0-BD6C-29956BF6D1F8}"/>
              </a:ext>
            </a:extLst>
          </p:cNvPr>
          <p:cNvSpPr>
            <a:spLocks noGrp="1"/>
          </p:cNvSpPr>
          <p:nvPr/>
        </p:nvSpPr>
        <p:spPr>
          <a:xfrm>
            <a:off x="723900" y="3949700"/>
            <a:ext cx="10572750" cy="0"/>
          </a:xfrm>
          <a:prstGeom prst="line">
            <a:avLst/>
          </a:prstGeom>
          <a:noFill/>
          <a:ln w="9525">
            <a:solidFill>
              <a:srgbClr val="EEF1F4"/>
            </a:solidFill>
            <a:prstDash val="solid"/>
          </a:ln>
        </p:spPr>
        <p:txBody>
          <a:bodyPr/>
          <a:lstStyle/>
          <a:p>
            <a:endParaRPr lang="ko-KR" altLang="en-US"/>
          </a:p>
        </p:txBody>
      </p:sp>
      <p:sp>
        <p:nvSpPr>
          <p:cNvPr id="20" name="직사각형 19">
            <a:extLst>
              <a:ext uri="{FF2B5EF4-FFF2-40B4-BE49-F238E27FC236}">
                <a16:creationId xmlns:a16="http://schemas.microsoft.com/office/drawing/2014/main" id="{2CA03983-329A-4652-A947-3EF30FA549A5}"/>
              </a:ext>
            </a:extLst>
          </p:cNvPr>
          <p:cNvSpPr>
            <a:spLocks noGrp="1"/>
          </p:cNvSpPr>
          <p:nvPr/>
        </p:nvSpPr>
        <p:spPr>
          <a:xfrm>
            <a:off x="723900" y="4102100"/>
            <a:ext cx="1047750" cy="28575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GET</a:t>
            </a:r>
          </a:p>
        </p:txBody>
      </p:sp>
      <p:sp>
        <p:nvSpPr>
          <p:cNvPr id="21" name="직사각형 20">
            <a:extLst>
              <a:ext uri="{FF2B5EF4-FFF2-40B4-BE49-F238E27FC236}">
                <a16:creationId xmlns:a16="http://schemas.microsoft.com/office/drawing/2014/main" id="{F2CCF1C3-73FF-4272-9A4F-D5C751808889}"/>
              </a:ext>
            </a:extLst>
          </p:cNvPr>
          <p:cNvSpPr>
            <a:spLocks noGrp="1"/>
          </p:cNvSpPr>
          <p:nvPr/>
        </p:nvSpPr>
        <p:spPr>
          <a:xfrm>
            <a:off x="1924050" y="41021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/api/gmail/messages</a:t>
            </a:r>
          </a:p>
        </p:txBody>
      </p:sp>
      <p:sp>
        <p:nvSpPr>
          <p:cNvPr id="22" name="직사각형 21">
            <a:extLst>
              <a:ext uri="{FF2B5EF4-FFF2-40B4-BE49-F238E27FC236}">
                <a16:creationId xmlns:a16="http://schemas.microsoft.com/office/drawing/2014/main" id="{B8121E2F-D062-4A85-841C-11371CD10D9F}"/>
              </a:ext>
            </a:extLst>
          </p:cNvPr>
          <p:cNvSpPr>
            <a:spLocks noGrp="1"/>
          </p:cNvSpPr>
          <p:nvPr/>
        </p:nvSpPr>
        <p:spPr>
          <a:xfrm>
            <a:off x="5524500" y="41021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Loads messages, assigns missing priorities, and paginates</a:t>
            </a:r>
          </a:p>
        </p:txBody>
      </p:sp>
      <p:sp>
        <p:nvSpPr>
          <p:cNvPr id="23" name="직선 연결선 22">
            <a:extLst>
              <a:ext uri="{FF2B5EF4-FFF2-40B4-BE49-F238E27FC236}">
                <a16:creationId xmlns:a16="http://schemas.microsoft.com/office/drawing/2014/main" id="{4FD84406-1555-48C2-898E-E02367652BA9}"/>
              </a:ext>
            </a:extLst>
          </p:cNvPr>
          <p:cNvSpPr>
            <a:spLocks noGrp="1"/>
          </p:cNvSpPr>
          <p:nvPr/>
        </p:nvSpPr>
        <p:spPr>
          <a:xfrm>
            <a:off x="723900" y="4597400"/>
            <a:ext cx="10572750" cy="0"/>
          </a:xfrm>
          <a:prstGeom prst="line">
            <a:avLst/>
          </a:prstGeom>
          <a:noFill/>
          <a:ln w="9525">
            <a:solidFill>
              <a:srgbClr val="EEF1F4"/>
            </a:solidFill>
            <a:prstDash val="solid"/>
          </a:ln>
        </p:spPr>
        <p:txBody>
          <a:bodyPr/>
          <a:lstStyle/>
          <a:p>
            <a:endParaRPr lang="ko-KR" altLang="en-US"/>
          </a:p>
        </p:txBody>
      </p:sp>
      <p:sp>
        <p:nvSpPr>
          <p:cNvPr id="24" name="직사각형 23">
            <a:extLst>
              <a:ext uri="{FF2B5EF4-FFF2-40B4-BE49-F238E27FC236}">
                <a16:creationId xmlns:a16="http://schemas.microsoft.com/office/drawing/2014/main" id="{F269E0A1-7A0F-4160-92F1-3391CBBD372E}"/>
              </a:ext>
            </a:extLst>
          </p:cNvPr>
          <p:cNvSpPr>
            <a:spLocks noGrp="1"/>
          </p:cNvSpPr>
          <p:nvPr/>
        </p:nvSpPr>
        <p:spPr>
          <a:xfrm>
            <a:off x="723900" y="4749800"/>
            <a:ext cx="1047750" cy="285750"/>
          </a:xfrm>
          <a:prstGeom prst="rect">
            <a:avLst/>
          </a:prstGeom>
          <a:noFill/>
          <a:ln w="0">
            <a:noFill/>
            <a:prstDash val="solid"/>
          </a:ln>
        </p:spPr>
        <p:txBody>
          <a:bodyPr wrap="square" lIns="0" tIns="0" rIns="0" bIns="0" anchor="t">
            <a:normAutofit/>
          </a:bodyPr>
          <a:lstStyle>
            <a:defPPr algn="l">
              <a:defRPr sz="1350" b="1">
                <a:solidFill>
                  <a:srgbClr val="243B53"/>
                </a:solidFill>
                <a:latin typeface="Arial"/>
                <a:ea typeface="Arial"/>
                <a:cs typeface="Arial"/>
              </a:defRPr>
            </a:defPPr>
            <a:lvl1pPr algn="l">
              <a:buNone/>
              <a:defRPr sz="1350" b="1">
                <a:solidFill>
                  <a:srgbClr val="243B53"/>
                </a:solidFill>
                <a:latin typeface="Arial"/>
                <a:ea typeface="Arial"/>
                <a:cs typeface="Arial"/>
              </a:defRPr>
            </a:lvl1pPr>
            <a:lvl2pPr algn="l">
              <a:buNone/>
              <a:defRPr sz="1350" b="1">
                <a:solidFill>
                  <a:srgbClr val="243B53"/>
                </a:solidFill>
                <a:latin typeface="Arial"/>
                <a:ea typeface="Arial"/>
                <a:cs typeface="Arial"/>
              </a:defRPr>
            </a:lvl2pPr>
            <a:lvl3pPr algn="l">
              <a:buNone/>
              <a:defRPr sz="1350" b="1">
                <a:solidFill>
                  <a:srgbClr val="243B53"/>
                </a:solidFill>
                <a:latin typeface="Arial"/>
                <a:ea typeface="Arial"/>
                <a:cs typeface="Arial"/>
              </a:defRPr>
            </a:lvl3pPr>
            <a:lvl4pPr algn="l">
              <a:buNone/>
              <a:defRPr sz="1350" b="1">
                <a:solidFill>
                  <a:srgbClr val="243B53"/>
                </a:solidFill>
                <a:latin typeface="Arial"/>
                <a:ea typeface="Arial"/>
                <a:cs typeface="Arial"/>
              </a:defRPr>
            </a:lvl4pPr>
            <a:lvl5pPr algn="l">
              <a:buNone/>
              <a:defRPr sz="1350" b="1">
                <a:solidFill>
                  <a:srgbClr val="243B53"/>
                </a:solidFill>
                <a:latin typeface="Arial"/>
                <a:ea typeface="Arial"/>
                <a:cs typeface="Arial"/>
              </a:defRPr>
            </a:lvl5pPr>
            <a:lvl6pPr algn="l">
              <a:buNone/>
              <a:defRPr sz="1350" b="1">
                <a:solidFill>
                  <a:srgbClr val="243B53"/>
                </a:solidFill>
                <a:latin typeface="Arial"/>
                <a:ea typeface="Arial"/>
                <a:cs typeface="Arial"/>
              </a:defRPr>
            </a:lvl6pPr>
            <a:lvl7pPr algn="l">
              <a:buNone/>
              <a:defRPr sz="1350" b="1">
                <a:solidFill>
                  <a:srgbClr val="243B53"/>
                </a:solidFill>
                <a:latin typeface="Arial"/>
                <a:ea typeface="Arial"/>
                <a:cs typeface="Arial"/>
              </a:defRPr>
            </a:lvl7pPr>
            <a:lvl8pPr algn="l">
              <a:buNone/>
              <a:defRPr sz="1350" b="1">
                <a:solidFill>
                  <a:srgbClr val="243B53"/>
                </a:solidFill>
                <a:latin typeface="Arial"/>
                <a:ea typeface="Arial"/>
                <a:cs typeface="Arial"/>
              </a:defRPr>
            </a:lvl8pPr>
            <a:lvl9pPr algn="l">
              <a:buNone/>
              <a:defRPr sz="1350" b="1">
                <a:solidFill>
                  <a:srgbClr val="243B53"/>
                </a:solidFill>
                <a:latin typeface="Arial"/>
                <a:ea typeface="Arial"/>
                <a:cs typeface="Arial"/>
              </a:defRPr>
            </a:lvl9pPr>
          </a:lstStyle>
          <a:p>
            <a:pPr algn="l">
              <a:buNone/>
              <a:defRPr sz="1350" b="1">
                <a:solidFill>
                  <a:srgbClr val="243B53"/>
                </a:solidFill>
                <a:latin typeface="Arial"/>
                <a:ea typeface="Arial"/>
                <a:cs typeface="Arial"/>
              </a:defRPr>
            </a:pPr>
            <a:r>
              <a:rPr sz="1350" b="1">
                <a:solidFill>
                  <a:srgbClr val="243B53"/>
                </a:solidFill>
                <a:latin typeface="Arial"/>
                <a:ea typeface="Arial"/>
                <a:cs typeface="Arial"/>
              </a:rPr>
              <a:t>PATCH</a:t>
            </a:r>
          </a:p>
        </p:txBody>
      </p:sp>
      <p:sp>
        <p:nvSpPr>
          <p:cNvPr id="25" name="직사각형 24">
            <a:extLst>
              <a:ext uri="{FF2B5EF4-FFF2-40B4-BE49-F238E27FC236}">
                <a16:creationId xmlns:a16="http://schemas.microsoft.com/office/drawing/2014/main" id="{64B74503-697A-4BEB-BB7C-B29B8A4A077B}"/>
              </a:ext>
            </a:extLst>
          </p:cNvPr>
          <p:cNvSpPr>
            <a:spLocks noGrp="1"/>
          </p:cNvSpPr>
          <p:nvPr/>
        </p:nvSpPr>
        <p:spPr>
          <a:xfrm>
            <a:off x="1924050" y="47498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/api/gmail/messages/:id</a:t>
            </a:r>
          </a:p>
        </p:txBody>
      </p:sp>
      <p:sp>
        <p:nvSpPr>
          <p:cNvPr id="26" name="직사각형 25">
            <a:extLst>
              <a:ext uri="{FF2B5EF4-FFF2-40B4-BE49-F238E27FC236}">
                <a16:creationId xmlns:a16="http://schemas.microsoft.com/office/drawing/2014/main" id="{7EFEA68C-00A4-4DB0-BF55-D5D02ADB9683}"/>
              </a:ext>
            </a:extLst>
          </p:cNvPr>
          <p:cNvSpPr>
            <a:spLocks noGrp="1"/>
          </p:cNvSpPr>
          <p:nvPr/>
        </p:nvSpPr>
        <p:spPr>
          <a:xfrm>
            <a:off x="5524500" y="47498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Reads, stars, restores, or changes priority</a:t>
            </a:r>
          </a:p>
        </p:txBody>
      </p:sp>
      <p:sp>
        <p:nvSpPr>
          <p:cNvPr id="27" name="직선 연결선 26">
            <a:extLst>
              <a:ext uri="{FF2B5EF4-FFF2-40B4-BE49-F238E27FC236}">
                <a16:creationId xmlns:a16="http://schemas.microsoft.com/office/drawing/2014/main" id="{00E4F428-2F50-4241-8C3F-5BCF609158F8}"/>
              </a:ext>
            </a:extLst>
          </p:cNvPr>
          <p:cNvSpPr>
            <a:spLocks noGrp="1"/>
          </p:cNvSpPr>
          <p:nvPr/>
        </p:nvSpPr>
        <p:spPr>
          <a:xfrm>
            <a:off x="723900" y="5245100"/>
            <a:ext cx="10572750" cy="0"/>
          </a:xfrm>
          <a:prstGeom prst="line">
            <a:avLst/>
          </a:prstGeom>
          <a:noFill/>
          <a:ln w="9525">
            <a:solidFill>
              <a:srgbClr val="EEF1F4"/>
            </a:solidFill>
            <a:prstDash val="solid"/>
          </a:ln>
        </p:spPr>
        <p:txBody>
          <a:bodyPr/>
          <a:lstStyle/>
          <a:p>
            <a:endParaRPr lang="ko-KR" altLang="en-US"/>
          </a:p>
        </p:txBody>
      </p:sp>
      <p:sp>
        <p:nvSpPr>
          <p:cNvPr id="28" name="직사각형 27">
            <a:extLst>
              <a:ext uri="{FF2B5EF4-FFF2-40B4-BE49-F238E27FC236}">
                <a16:creationId xmlns:a16="http://schemas.microsoft.com/office/drawing/2014/main" id="{575DB61D-BEB0-480F-AA17-9466CEB79CA4}"/>
              </a:ext>
            </a:extLst>
          </p:cNvPr>
          <p:cNvSpPr>
            <a:spLocks noGrp="1"/>
          </p:cNvSpPr>
          <p:nvPr/>
        </p:nvSpPr>
        <p:spPr>
          <a:xfrm>
            <a:off x="723900" y="5397500"/>
            <a:ext cx="1047750" cy="285750"/>
          </a:xfrm>
          <a:prstGeom prst="rect">
            <a:avLst/>
          </a:prstGeom>
          <a:noFill/>
          <a:ln w="0">
            <a:noFill/>
            <a:prstDash val="solid"/>
          </a:ln>
        </p:spPr>
        <p:txBody>
          <a:bodyPr wrap="square" lIns="0" tIns="0" rIns="0" bIns="0" anchor="t">
            <a:normAutofit/>
          </a:bodyPr>
          <a:lstStyle>
            <a:defPPr algn="l">
              <a:defRPr sz="1350" b="1">
                <a:solidFill>
                  <a:srgbClr val="243B53"/>
                </a:solidFill>
                <a:latin typeface="Arial"/>
                <a:ea typeface="Arial"/>
                <a:cs typeface="Arial"/>
              </a:defRPr>
            </a:defPPr>
            <a:lvl1pPr algn="l">
              <a:buNone/>
              <a:defRPr sz="1350" b="1">
                <a:solidFill>
                  <a:srgbClr val="243B53"/>
                </a:solidFill>
                <a:latin typeface="Arial"/>
                <a:ea typeface="Arial"/>
                <a:cs typeface="Arial"/>
              </a:defRPr>
            </a:lvl1pPr>
            <a:lvl2pPr algn="l">
              <a:buNone/>
              <a:defRPr sz="1350" b="1">
                <a:solidFill>
                  <a:srgbClr val="243B53"/>
                </a:solidFill>
                <a:latin typeface="Arial"/>
                <a:ea typeface="Arial"/>
                <a:cs typeface="Arial"/>
              </a:defRPr>
            </a:lvl2pPr>
            <a:lvl3pPr algn="l">
              <a:buNone/>
              <a:defRPr sz="1350" b="1">
                <a:solidFill>
                  <a:srgbClr val="243B53"/>
                </a:solidFill>
                <a:latin typeface="Arial"/>
                <a:ea typeface="Arial"/>
                <a:cs typeface="Arial"/>
              </a:defRPr>
            </a:lvl3pPr>
            <a:lvl4pPr algn="l">
              <a:buNone/>
              <a:defRPr sz="1350" b="1">
                <a:solidFill>
                  <a:srgbClr val="243B53"/>
                </a:solidFill>
                <a:latin typeface="Arial"/>
                <a:ea typeface="Arial"/>
                <a:cs typeface="Arial"/>
              </a:defRPr>
            </a:lvl4pPr>
            <a:lvl5pPr algn="l">
              <a:buNone/>
              <a:defRPr sz="1350" b="1">
                <a:solidFill>
                  <a:srgbClr val="243B53"/>
                </a:solidFill>
                <a:latin typeface="Arial"/>
                <a:ea typeface="Arial"/>
                <a:cs typeface="Arial"/>
              </a:defRPr>
            </a:lvl5pPr>
            <a:lvl6pPr algn="l">
              <a:buNone/>
              <a:defRPr sz="1350" b="1">
                <a:solidFill>
                  <a:srgbClr val="243B53"/>
                </a:solidFill>
                <a:latin typeface="Arial"/>
                <a:ea typeface="Arial"/>
                <a:cs typeface="Arial"/>
              </a:defRPr>
            </a:lvl6pPr>
            <a:lvl7pPr algn="l">
              <a:buNone/>
              <a:defRPr sz="1350" b="1">
                <a:solidFill>
                  <a:srgbClr val="243B53"/>
                </a:solidFill>
                <a:latin typeface="Arial"/>
                <a:ea typeface="Arial"/>
                <a:cs typeface="Arial"/>
              </a:defRPr>
            </a:lvl7pPr>
            <a:lvl8pPr algn="l">
              <a:buNone/>
              <a:defRPr sz="1350" b="1">
                <a:solidFill>
                  <a:srgbClr val="243B53"/>
                </a:solidFill>
                <a:latin typeface="Arial"/>
                <a:ea typeface="Arial"/>
                <a:cs typeface="Arial"/>
              </a:defRPr>
            </a:lvl8pPr>
            <a:lvl9pPr algn="l">
              <a:buNone/>
              <a:defRPr sz="1350" b="1">
                <a:solidFill>
                  <a:srgbClr val="243B53"/>
                </a:solidFill>
                <a:latin typeface="Arial"/>
                <a:ea typeface="Arial"/>
                <a:cs typeface="Arial"/>
              </a:defRPr>
            </a:lvl9pPr>
          </a:lstStyle>
          <a:p>
            <a:pPr algn="l">
              <a:buNone/>
              <a:defRPr sz="1350" b="1">
                <a:solidFill>
                  <a:srgbClr val="243B53"/>
                </a:solidFill>
                <a:latin typeface="Arial"/>
                <a:ea typeface="Arial"/>
                <a:cs typeface="Arial"/>
              </a:defRPr>
            </a:pPr>
            <a:r>
              <a:rPr sz="1350" b="1">
                <a:solidFill>
                  <a:srgbClr val="243B53"/>
                </a:solidFill>
                <a:latin typeface="Arial"/>
                <a:ea typeface="Arial"/>
                <a:cs typeface="Arial"/>
              </a:rPr>
              <a:t>DELETE</a:t>
            </a:r>
          </a:p>
        </p:txBody>
      </p:sp>
      <p:sp>
        <p:nvSpPr>
          <p:cNvPr id="29" name="직사각형 28">
            <a:extLst>
              <a:ext uri="{FF2B5EF4-FFF2-40B4-BE49-F238E27FC236}">
                <a16:creationId xmlns:a16="http://schemas.microsoft.com/office/drawing/2014/main" id="{EC5FC41E-5F94-4716-8F40-70F8A691012E}"/>
              </a:ext>
            </a:extLst>
          </p:cNvPr>
          <p:cNvSpPr>
            <a:spLocks noGrp="1"/>
          </p:cNvSpPr>
          <p:nvPr/>
        </p:nvSpPr>
        <p:spPr>
          <a:xfrm>
            <a:off x="1924050" y="5397500"/>
            <a:ext cx="3429000" cy="323850"/>
          </a:xfrm>
          <a:prstGeom prst="rect">
            <a:avLst/>
          </a:prstGeom>
          <a:noFill/>
          <a:ln w="0">
            <a:noFill/>
            <a:prstDash val="solid"/>
          </a:ln>
        </p:spPr>
        <p:txBody>
          <a:bodyPr wrap="square" lIns="0" tIns="0" rIns="0" bIns="0" anchor="t">
            <a:normAutofit/>
          </a:bodyPr>
          <a:lstStyle>
            <a:defPPr algn="l">
              <a:defRPr sz="1425" b="1">
                <a:solidFill>
                  <a:srgbClr val="1F2933"/>
                </a:solidFill>
                <a:latin typeface="Arial"/>
                <a:ea typeface="Arial"/>
                <a:cs typeface="Arial"/>
              </a:defRPr>
            </a:defPPr>
            <a:lvl1pPr algn="l">
              <a:buNone/>
              <a:defRPr sz="1425" b="1">
                <a:solidFill>
                  <a:srgbClr val="1F2933"/>
                </a:solidFill>
                <a:latin typeface="Arial"/>
                <a:ea typeface="Arial"/>
                <a:cs typeface="Arial"/>
              </a:defRPr>
            </a:lvl1pPr>
            <a:lvl2pPr algn="l">
              <a:buNone/>
              <a:defRPr sz="1425" b="1">
                <a:solidFill>
                  <a:srgbClr val="1F2933"/>
                </a:solidFill>
                <a:latin typeface="Arial"/>
                <a:ea typeface="Arial"/>
                <a:cs typeface="Arial"/>
              </a:defRPr>
            </a:lvl2pPr>
            <a:lvl3pPr algn="l">
              <a:buNone/>
              <a:defRPr sz="1425" b="1">
                <a:solidFill>
                  <a:srgbClr val="1F2933"/>
                </a:solidFill>
                <a:latin typeface="Arial"/>
                <a:ea typeface="Arial"/>
                <a:cs typeface="Arial"/>
              </a:defRPr>
            </a:lvl3pPr>
            <a:lvl4pPr algn="l">
              <a:buNone/>
              <a:defRPr sz="1425" b="1">
                <a:solidFill>
                  <a:srgbClr val="1F2933"/>
                </a:solidFill>
                <a:latin typeface="Arial"/>
                <a:ea typeface="Arial"/>
                <a:cs typeface="Arial"/>
              </a:defRPr>
            </a:lvl4pPr>
            <a:lvl5pPr algn="l">
              <a:buNone/>
              <a:defRPr sz="1425" b="1">
                <a:solidFill>
                  <a:srgbClr val="1F2933"/>
                </a:solidFill>
                <a:latin typeface="Arial"/>
                <a:ea typeface="Arial"/>
                <a:cs typeface="Arial"/>
              </a:defRPr>
            </a:lvl5pPr>
            <a:lvl6pPr algn="l">
              <a:buNone/>
              <a:defRPr sz="1425" b="1">
                <a:solidFill>
                  <a:srgbClr val="1F2933"/>
                </a:solidFill>
                <a:latin typeface="Arial"/>
                <a:ea typeface="Arial"/>
                <a:cs typeface="Arial"/>
              </a:defRPr>
            </a:lvl6pPr>
            <a:lvl7pPr algn="l">
              <a:buNone/>
              <a:defRPr sz="1425" b="1">
                <a:solidFill>
                  <a:srgbClr val="1F2933"/>
                </a:solidFill>
                <a:latin typeface="Arial"/>
                <a:ea typeface="Arial"/>
                <a:cs typeface="Arial"/>
              </a:defRPr>
            </a:lvl7pPr>
            <a:lvl8pPr algn="l">
              <a:buNone/>
              <a:defRPr sz="1425" b="1">
                <a:solidFill>
                  <a:srgbClr val="1F2933"/>
                </a:solidFill>
                <a:latin typeface="Arial"/>
                <a:ea typeface="Arial"/>
                <a:cs typeface="Arial"/>
              </a:defRPr>
            </a:lvl8pPr>
            <a:lvl9pPr algn="l">
              <a:buNone/>
              <a:defRPr sz="1425" b="1">
                <a:solidFill>
                  <a:srgbClr val="1F2933"/>
                </a:solidFill>
                <a:latin typeface="Arial"/>
                <a:ea typeface="Arial"/>
                <a:cs typeface="Arial"/>
              </a:defRPr>
            </a:lvl9pPr>
          </a:lstStyle>
          <a:p>
            <a:pPr algn="l">
              <a:buNone/>
              <a:defRPr sz="1425" b="1">
                <a:solidFill>
                  <a:srgbClr val="1F2933"/>
                </a:solidFill>
                <a:latin typeface="Arial"/>
                <a:ea typeface="Arial"/>
                <a:cs typeface="Arial"/>
              </a:defRPr>
            </a:pPr>
            <a:r>
              <a:rPr sz="1425" b="1">
                <a:solidFill>
                  <a:srgbClr val="1F2933"/>
                </a:solidFill>
                <a:latin typeface="Arial"/>
                <a:ea typeface="Arial"/>
                <a:cs typeface="Arial"/>
              </a:rPr>
              <a:t>/api/gmail/messages/:id</a:t>
            </a:r>
          </a:p>
        </p:txBody>
      </p:sp>
      <p:sp>
        <p:nvSpPr>
          <p:cNvPr id="30" name="직사각형 29">
            <a:extLst>
              <a:ext uri="{FF2B5EF4-FFF2-40B4-BE49-F238E27FC236}">
                <a16:creationId xmlns:a16="http://schemas.microsoft.com/office/drawing/2014/main" id="{4DFDB2A2-6154-4189-8DB9-21AC4EE5E3CB}"/>
              </a:ext>
            </a:extLst>
          </p:cNvPr>
          <p:cNvSpPr>
            <a:spLocks noGrp="1"/>
          </p:cNvSpPr>
          <p:nvPr/>
        </p:nvSpPr>
        <p:spPr>
          <a:xfrm>
            <a:off x="5524500" y="5397500"/>
            <a:ext cx="5715000" cy="4191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Moves the Gmail message to Trash</a:t>
            </a:r>
          </a:p>
        </p:txBody>
      </p:sp>
      <p:sp>
        <p:nvSpPr>
          <p:cNvPr id="31" name="직선 연결선 30">
            <a:extLst>
              <a:ext uri="{FF2B5EF4-FFF2-40B4-BE49-F238E27FC236}">
                <a16:creationId xmlns:a16="http://schemas.microsoft.com/office/drawing/2014/main" id="{A74D9FF2-2129-4E7F-9AEC-F6140B9E0E12}"/>
              </a:ext>
            </a:extLst>
          </p:cNvPr>
          <p:cNvSpPr>
            <a:spLocks noGrp="1"/>
          </p:cNvSpPr>
          <p:nvPr/>
        </p:nvSpPr>
        <p:spPr>
          <a:xfrm>
            <a:off x="723900" y="5892800"/>
            <a:ext cx="10572750" cy="0"/>
          </a:xfrm>
          <a:prstGeom prst="line">
            <a:avLst/>
          </a:prstGeom>
          <a:noFill/>
          <a:ln w="9525">
            <a:solidFill>
              <a:srgbClr val="EEF1F4"/>
            </a:solidFill>
            <a:prstDash val="solid"/>
          </a:ln>
        </p:spPr>
        <p:txBody>
          <a:bodyPr/>
          <a:lstStyle/>
          <a:p>
            <a:endParaRPr lang="ko-KR" altLang="en-US"/>
          </a:p>
        </p:txBody>
      </p:sp>
      <p:sp>
        <p:nvSpPr>
          <p:cNvPr id="33" name="직사각형 32">
            <a:extLst>
              <a:ext uri="{FF2B5EF4-FFF2-40B4-BE49-F238E27FC236}">
                <a16:creationId xmlns:a16="http://schemas.microsoft.com/office/drawing/2014/main" id="{E8ADFE81-27BD-4DD8-A178-AA505C0DD5CA}"/>
              </a:ext>
            </a:extLst>
          </p:cNvPr>
          <p:cNvSpPr>
            <a:spLocks noGrp="1"/>
          </p:cNvSpPr>
          <p:nvPr/>
        </p:nvSpPr>
        <p:spPr>
          <a:xfrm>
            <a:off x="723900" y="6029326"/>
            <a:ext cx="7239000" cy="266700"/>
          </a:xfrm>
          <a:prstGeom prst="rect">
            <a:avLst/>
          </a:prstGeom>
          <a:noFill/>
          <a:ln w="0">
            <a:noFill/>
            <a:prstDash val="solid"/>
          </a:ln>
        </p:spPr>
        <p:txBody>
          <a:bodyPr wrap="square" lIns="0" tIns="0" rIns="0" bIns="0" anchor="t">
            <a:normAutofit/>
          </a:bodyPr>
          <a:lstStyle>
            <a:defPPr algn="l">
              <a:defRPr sz="1425" b="1">
                <a:solidFill>
                  <a:srgbClr val="627D98"/>
                </a:solidFill>
                <a:latin typeface="Arial"/>
                <a:ea typeface="Arial"/>
                <a:cs typeface="Arial"/>
              </a:defRPr>
            </a:defPPr>
            <a:lvl1pPr algn="l">
              <a:buNone/>
              <a:defRPr sz="1425" b="1">
                <a:solidFill>
                  <a:srgbClr val="627D98"/>
                </a:solidFill>
                <a:latin typeface="Arial"/>
                <a:ea typeface="Arial"/>
                <a:cs typeface="Arial"/>
              </a:defRPr>
            </a:lvl1pPr>
            <a:lvl2pPr algn="l">
              <a:buNone/>
              <a:defRPr sz="1425" b="1">
                <a:solidFill>
                  <a:srgbClr val="627D98"/>
                </a:solidFill>
                <a:latin typeface="Arial"/>
                <a:ea typeface="Arial"/>
                <a:cs typeface="Arial"/>
              </a:defRPr>
            </a:lvl2pPr>
            <a:lvl3pPr algn="l">
              <a:buNone/>
              <a:defRPr sz="1425" b="1">
                <a:solidFill>
                  <a:srgbClr val="627D98"/>
                </a:solidFill>
                <a:latin typeface="Arial"/>
                <a:ea typeface="Arial"/>
                <a:cs typeface="Arial"/>
              </a:defRPr>
            </a:lvl3pPr>
            <a:lvl4pPr algn="l">
              <a:buNone/>
              <a:defRPr sz="1425" b="1">
                <a:solidFill>
                  <a:srgbClr val="627D98"/>
                </a:solidFill>
                <a:latin typeface="Arial"/>
                <a:ea typeface="Arial"/>
                <a:cs typeface="Arial"/>
              </a:defRPr>
            </a:lvl4pPr>
            <a:lvl5pPr algn="l">
              <a:buNone/>
              <a:defRPr sz="1425" b="1">
                <a:solidFill>
                  <a:srgbClr val="627D98"/>
                </a:solidFill>
                <a:latin typeface="Arial"/>
                <a:ea typeface="Arial"/>
                <a:cs typeface="Arial"/>
              </a:defRPr>
            </a:lvl5pPr>
            <a:lvl6pPr algn="l">
              <a:buNone/>
              <a:defRPr sz="1425" b="1">
                <a:solidFill>
                  <a:srgbClr val="627D98"/>
                </a:solidFill>
                <a:latin typeface="Arial"/>
                <a:ea typeface="Arial"/>
                <a:cs typeface="Arial"/>
              </a:defRPr>
            </a:lvl6pPr>
            <a:lvl7pPr algn="l">
              <a:buNone/>
              <a:defRPr sz="1425" b="1">
                <a:solidFill>
                  <a:srgbClr val="627D98"/>
                </a:solidFill>
                <a:latin typeface="Arial"/>
                <a:ea typeface="Arial"/>
                <a:cs typeface="Arial"/>
              </a:defRPr>
            </a:lvl7pPr>
            <a:lvl8pPr algn="l">
              <a:buNone/>
              <a:defRPr sz="1425" b="1">
                <a:solidFill>
                  <a:srgbClr val="627D98"/>
                </a:solidFill>
                <a:latin typeface="Arial"/>
                <a:ea typeface="Arial"/>
                <a:cs typeface="Arial"/>
              </a:defRPr>
            </a:lvl8pPr>
            <a:lvl9pPr algn="l">
              <a:buNone/>
              <a:defRPr sz="1425" b="1">
                <a:solidFill>
                  <a:srgbClr val="627D98"/>
                </a:solidFill>
                <a:latin typeface="Arial"/>
                <a:ea typeface="Arial"/>
                <a:cs typeface="Arial"/>
              </a:defRPr>
            </a:lvl9pPr>
          </a:lstStyle>
          <a:p>
            <a:pPr algn="l">
              <a:buNone/>
              <a:defRPr sz="1425" b="1">
                <a:solidFill>
                  <a:srgbClr val="627D98"/>
                </a:solidFill>
                <a:latin typeface="Arial"/>
                <a:ea typeface="Arial"/>
                <a:cs typeface="Arial"/>
              </a:defRPr>
            </a:pPr>
            <a:r>
              <a:rPr sz="1425" b="1" dirty="0">
                <a:solidFill>
                  <a:srgbClr val="627D98"/>
                </a:solidFill>
                <a:latin typeface="Arial"/>
                <a:ea typeface="Arial"/>
                <a:cs typeface="Arial"/>
              </a:rPr>
              <a:t>Every Gmail route requires a valid </a:t>
            </a:r>
            <a:r>
              <a:rPr sz="1425" b="1" dirty="0" err="1">
                <a:solidFill>
                  <a:srgbClr val="627D98"/>
                </a:solidFill>
                <a:latin typeface="Arial"/>
                <a:ea typeface="Arial"/>
                <a:cs typeface="Arial"/>
              </a:rPr>
              <a:t>gmail_session</a:t>
            </a:r>
            <a:r>
              <a:rPr sz="1425" b="1" dirty="0">
                <a:solidFill>
                  <a:srgbClr val="627D98"/>
                </a:solidFill>
                <a:latin typeface="Arial"/>
                <a:ea typeface="Arial"/>
                <a:cs typeface="Arial"/>
              </a:rPr>
              <a:t> cookie.</a:t>
            </a:r>
          </a:p>
        </p:txBody>
      </p:sp>
      <p:sp>
        <p:nvSpPr>
          <p:cNvPr id="34" name="직사각형 33">
            <a:extLst>
              <a:ext uri="{FF2B5EF4-FFF2-40B4-BE49-F238E27FC236}">
                <a16:creationId xmlns:a16="http://schemas.microsoft.com/office/drawing/2014/main" id="{CDA72915-1F63-4BD8-AEA8-C251DF780790}"/>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35" name="직사각형 34">
            <a:extLst>
              <a:ext uri="{FF2B5EF4-FFF2-40B4-BE49-F238E27FC236}">
                <a16:creationId xmlns:a16="http://schemas.microsoft.com/office/drawing/2014/main" id="{376EF503-5B8B-4DF0-B687-94EF2979E90C}"/>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05</a:t>
            </a:r>
          </a:p>
        </p:txBody>
      </p:sp>
    </p:spTree>
    <p:extLst>
      <p:ext uri="{BB962C8B-B14F-4D97-AF65-F5344CB8AC3E}">
        <p14:creationId xmlns:p14="http://schemas.microsoft.com/office/powerpoint/2010/main" val="1353675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50D44585-500A-43C6-9C1C-F4C64DC6871C}"/>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Daily Briefing request and data flow</a:t>
            </a:r>
          </a:p>
        </p:txBody>
      </p:sp>
      <p:sp>
        <p:nvSpPr>
          <p:cNvPr id="2" name="직사각형 1">
            <a:extLst>
              <a:ext uri="{FF2B5EF4-FFF2-40B4-BE49-F238E27FC236}">
                <a16:creationId xmlns:a16="http://schemas.microsoft.com/office/drawing/2014/main" id="{12D0BB94-2504-40CB-B849-2A1AFFA194E1}"/>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One request reads today’s inbox, fills missing priorities, and returns a sorted response</a:t>
            </a:r>
          </a:p>
        </p:txBody>
      </p:sp>
      <p:sp>
        <p:nvSpPr>
          <p:cNvPr id="3" name="직선 연결선 2">
            <a:extLst>
              <a:ext uri="{FF2B5EF4-FFF2-40B4-BE49-F238E27FC236}">
                <a16:creationId xmlns:a16="http://schemas.microsoft.com/office/drawing/2014/main" id="{ADA6EF8E-730B-4C90-8836-6756CF3544C8}"/>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DE05300D-858C-458D-B7A3-22F12F567CE9}"/>
              </a:ext>
            </a:extLst>
          </p:cNvPr>
          <p:cNvSpPr>
            <a:spLocks noGrp="1"/>
          </p:cNvSpPr>
          <p:nvPr/>
        </p:nvSpPr>
        <p:spPr>
          <a:xfrm>
            <a:off x="114300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1</a:t>
            </a:r>
          </a:p>
        </p:txBody>
      </p:sp>
      <p:sp>
        <p:nvSpPr>
          <p:cNvPr id="5" name="사각형: 둥근 모서리 4">
            <a:extLst>
              <a:ext uri="{FF2B5EF4-FFF2-40B4-BE49-F238E27FC236}">
                <a16:creationId xmlns:a16="http://schemas.microsoft.com/office/drawing/2014/main" id="{6587AE15-EAFE-4930-B9D2-798B26BBF642}"/>
              </a:ext>
            </a:extLst>
          </p:cNvPr>
          <p:cNvSpPr>
            <a:spLocks noGrp="1"/>
          </p:cNvSpPr>
          <p:nvPr/>
        </p:nvSpPr>
        <p:spPr>
          <a:xfrm>
            <a:off x="419100" y="2133600"/>
            <a:ext cx="1619250" cy="590550"/>
          </a:xfrm>
          <a:prstGeom prst="roundRect">
            <a:avLst>
              <a:gd name="adj" fmla="val 19355"/>
            </a:avLst>
          </a:prstGeom>
          <a:solidFill>
            <a:srgbClr val="FFFFFF"/>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Browser</a:t>
            </a:r>
          </a:p>
        </p:txBody>
      </p:sp>
      <p:sp>
        <p:nvSpPr>
          <p:cNvPr id="6" name="직사각형 5">
            <a:extLst>
              <a:ext uri="{FF2B5EF4-FFF2-40B4-BE49-F238E27FC236}">
                <a16:creationId xmlns:a16="http://schemas.microsoft.com/office/drawing/2014/main" id="{CEB58F84-8CEB-4B48-8397-9C91FDD8C8AF}"/>
              </a:ext>
            </a:extLst>
          </p:cNvPr>
          <p:cNvSpPr>
            <a:spLocks noGrp="1"/>
          </p:cNvSpPr>
          <p:nvPr/>
        </p:nvSpPr>
        <p:spPr>
          <a:xfrm>
            <a:off x="381000" y="2914650"/>
            <a:ext cx="1822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GET /</a:t>
            </a:r>
            <a:r>
              <a:rPr sz="1200" b="0" dirty="0" err="1">
                <a:solidFill>
                  <a:srgbClr val="1F2933"/>
                </a:solidFill>
                <a:latin typeface="Arial"/>
                <a:ea typeface="Arial"/>
                <a:cs typeface="Arial"/>
              </a:rPr>
              <a:t>api</a:t>
            </a:r>
            <a:r>
              <a:rPr sz="1200" b="0" dirty="0">
                <a:solidFill>
                  <a:srgbClr val="1F2933"/>
                </a:solidFill>
                <a:latin typeface="Arial"/>
                <a:ea typeface="Arial"/>
                <a:cs typeface="Arial"/>
              </a:rPr>
              <a:t>/</a:t>
            </a:r>
            <a:r>
              <a:rPr sz="1200" b="0" dirty="0" err="1">
                <a:solidFill>
                  <a:srgbClr val="1F2933"/>
                </a:solidFill>
                <a:latin typeface="Arial"/>
                <a:ea typeface="Arial"/>
                <a:cs typeface="Arial"/>
              </a:rPr>
              <a:t>gmail</a:t>
            </a:r>
            <a:r>
              <a:rPr sz="1200" b="0" dirty="0">
                <a:solidFill>
                  <a:srgbClr val="1F2933"/>
                </a:solidFill>
                <a:latin typeface="Arial"/>
                <a:ea typeface="Arial"/>
                <a:cs typeface="Arial"/>
              </a:rPr>
              <a:t>/messages</a:t>
            </a:r>
          </a:p>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after start of day</a:t>
            </a:r>
          </a:p>
        </p:txBody>
      </p:sp>
      <p:cxnSp>
        <p:nvCxnSpPr>
          <p:cNvPr id="7" name="직선 화살표 연결선 6">
            <a:extLst>
              <a:ext uri="{FF2B5EF4-FFF2-40B4-BE49-F238E27FC236}">
                <a16:creationId xmlns:a16="http://schemas.microsoft.com/office/drawing/2014/main" id="{A6DDD2D0-E90D-4BC1-BDDD-BA82E62579B1}"/>
              </a:ext>
            </a:extLst>
          </p:cNvPr>
          <p:cNvCxnSpPr/>
          <p:nvPr/>
        </p:nvCxnSpPr>
        <p:spPr>
          <a:xfrm>
            <a:off x="2038350" y="2428875"/>
            <a:ext cx="342900" cy="0"/>
          </a:xfrm>
          <a:prstGeom prst="straightConnector1">
            <a:avLst/>
          </a:prstGeom>
          <a:ln w="23813">
            <a:solidFill>
              <a:srgbClr val="008C8C"/>
            </a:solidFill>
            <a:prstDash val="solid"/>
            <a:tailEnd type="arrow" w="sm" len="sm"/>
          </a:ln>
        </p:spPr>
      </p:cxnSp>
      <p:sp>
        <p:nvSpPr>
          <p:cNvPr id="8" name="직사각형 7">
            <a:extLst>
              <a:ext uri="{FF2B5EF4-FFF2-40B4-BE49-F238E27FC236}">
                <a16:creationId xmlns:a16="http://schemas.microsoft.com/office/drawing/2014/main" id="{B38C9FF7-175A-46AB-85E3-CA33CC9F8000}"/>
              </a:ext>
            </a:extLst>
          </p:cNvPr>
          <p:cNvSpPr>
            <a:spLocks noGrp="1"/>
          </p:cNvSpPr>
          <p:nvPr/>
        </p:nvSpPr>
        <p:spPr>
          <a:xfrm>
            <a:off x="310515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2</a:t>
            </a:r>
          </a:p>
        </p:txBody>
      </p:sp>
      <p:sp>
        <p:nvSpPr>
          <p:cNvPr id="9" name="사각형: 둥근 모서리 8">
            <a:extLst>
              <a:ext uri="{FF2B5EF4-FFF2-40B4-BE49-F238E27FC236}">
                <a16:creationId xmlns:a16="http://schemas.microsoft.com/office/drawing/2014/main" id="{A4AC78E2-3244-4AC8-B9EF-016A25DFD0E8}"/>
              </a:ext>
            </a:extLst>
          </p:cNvPr>
          <p:cNvSpPr>
            <a:spLocks noGrp="1"/>
          </p:cNvSpPr>
          <p:nvPr/>
        </p:nvSpPr>
        <p:spPr>
          <a:xfrm>
            <a:off x="2381250" y="2133600"/>
            <a:ext cx="1619250" cy="590550"/>
          </a:xfrm>
          <a:prstGeom prst="roundRect">
            <a:avLst>
              <a:gd name="adj" fmla="val 19355"/>
            </a:avLst>
          </a:prstGeom>
          <a:solidFill>
            <a:srgbClr val="FFFFFF"/>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API route</a:t>
            </a:r>
          </a:p>
        </p:txBody>
      </p:sp>
      <p:sp>
        <p:nvSpPr>
          <p:cNvPr id="10" name="직사각형 9">
            <a:extLst>
              <a:ext uri="{FF2B5EF4-FFF2-40B4-BE49-F238E27FC236}">
                <a16:creationId xmlns:a16="http://schemas.microsoft.com/office/drawing/2014/main" id="{48D1615F-560D-4C33-A46B-2E6C33AE258F}"/>
              </a:ext>
            </a:extLst>
          </p:cNvPr>
          <p:cNvSpPr>
            <a:spLocks noGrp="1"/>
          </p:cNvSpPr>
          <p:nvPr/>
        </p:nvSpPr>
        <p:spPr>
          <a:xfrm>
            <a:off x="234315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Validate session</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and query</a:t>
            </a:r>
          </a:p>
        </p:txBody>
      </p:sp>
      <p:cxnSp>
        <p:nvCxnSpPr>
          <p:cNvPr id="11" name="직선 화살표 연결선 10">
            <a:extLst>
              <a:ext uri="{FF2B5EF4-FFF2-40B4-BE49-F238E27FC236}">
                <a16:creationId xmlns:a16="http://schemas.microsoft.com/office/drawing/2014/main" id="{1118C652-912D-44B8-8563-7B9E57EF798E}"/>
              </a:ext>
            </a:extLst>
          </p:cNvPr>
          <p:cNvCxnSpPr/>
          <p:nvPr/>
        </p:nvCxnSpPr>
        <p:spPr>
          <a:xfrm>
            <a:off x="4000500" y="2428875"/>
            <a:ext cx="342900" cy="0"/>
          </a:xfrm>
          <a:prstGeom prst="straightConnector1">
            <a:avLst/>
          </a:prstGeom>
          <a:ln w="23813">
            <a:solidFill>
              <a:srgbClr val="008C8C"/>
            </a:solidFill>
            <a:prstDash val="solid"/>
            <a:tailEnd type="arrow" w="sm" len="sm"/>
          </a:ln>
        </p:spPr>
      </p:cxnSp>
      <p:sp>
        <p:nvSpPr>
          <p:cNvPr id="12" name="직사각형 11">
            <a:extLst>
              <a:ext uri="{FF2B5EF4-FFF2-40B4-BE49-F238E27FC236}">
                <a16:creationId xmlns:a16="http://schemas.microsoft.com/office/drawing/2014/main" id="{AF313135-3954-4497-906D-60C34FAEF03E}"/>
              </a:ext>
            </a:extLst>
          </p:cNvPr>
          <p:cNvSpPr>
            <a:spLocks noGrp="1"/>
          </p:cNvSpPr>
          <p:nvPr/>
        </p:nvSpPr>
        <p:spPr>
          <a:xfrm>
            <a:off x="506730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3</a:t>
            </a:r>
          </a:p>
        </p:txBody>
      </p:sp>
      <p:sp>
        <p:nvSpPr>
          <p:cNvPr id="13" name="사각형: 둥근 모서리 12">
            <a:extLst>
              <a:ext uri="{FF2B5EF4-FFF2-40B4-BE49-F238E27FC236}">
                <a16:creationId xmlns:a16="http://schemas.microsoft.com/office/drawing/2014/main" id="{1D9EBB1E-F7EC-44AD-91E5-C69C6EB63BCD}"/>
              </a:ext>
            </a:extLst>
          </p:cNvPr>
          <p:cNvSpPr>
            <a:spLocks noGrp="1"/>
          </p:cNvSpPr>
          <p:nvPr/>
        </p:nvSpPr>
        <p:spPr>
          <a:xfrm>
            <a:off x="4343400" y="2133600"/>
            <a:ext cx="1619250" cy="590550"/>
          </a:xfrm>
          <a:prstGeom prst="roundRect">
            <a:avLst>
              <a:gd name="adj" fmla="val 19355"/>
            </a:avLst>
          </a:prstGeom>
          <a:solidFill>
            <a:srgbClr val="FFFFFF"/>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Gmail</a:t>
            </a:r>
          </a:p>
        </p:txBody>
      </p:sp>
      <p:sp>
        <p:nvSpPr>
          <p:cNvPr id="14" name="직사각형 13">
            <a:extLst>
              <a:ext uri="{FF2B5EF4-FFF2-40B4-BE49-F238E27FC236}">
                <a16:creationId xmlns:a16="http://schemas.microsoft.com/office/drawing/2014/main" id="{A901011D-2C19-4424-836E-7A52E4A5768A}"/>
              </a:ext>
            </a:extLst>
          </p:cNvPr>
          <p:cNvSpPr>
            <a:spLocks noGrp="1"/>
          </p:cNvSpPr>
          <p:nvPr/>
        </p:nvSpPr>
        <p:spPr>
          <a:xfrm>
            <a:off x="430530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Fetch messages</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and current labels</a:t>
            </a:r>
          </a:p>
        </p:txBody>
      </p:sp>
      <p:cxnSp>
        <p:nvCxnSpPr>
          <p:cNvPr id="15" name="직선 화살표 연결선 14">
            <a:extLst>
              <a:ext uri="{FF2B5EF4-FFF2-40B4-BE49-F238E27FC236}">
                <a16:creationId xmlns:a16="http://schemas.microsoft.com/office/drawing/2014/main" id="{4AB4F134-7AE9-47EB-ACC7-E6895F45C597}"/>
              </a:ext>
            </a:extLst>
          </p:cNvPr>
          <p:cNvCxnSpPr/>
          <p:nvPr/>
        </p:nvCxnSpPr>
        <p:spPr>
          <a:xfrm>
            <a:off x="5962650" y="2428875"/>
            <a:ext cx="342900" cy="0"/>
          </a:xfrm>
          <a:prstGeom prst="straightConnector1">
            <a:avLst/>
          </a:prstGeom>
          <a:ln w="23813">
            <a:solidFill>
              <a:srgbClr val="008C8C"/>
            </a:solidFill>
            <a:prstDash val="solid"/>
            <a:tailEnd type="arrow" w="sm" len="sm"/>
          </a:ln>
        </p:spPr>
      </p:cxnSp>
      <p:sp>
        <p:nvSpPr>
          <p:cNvPr id="16" name="직사각형 15">
            <a:extLst>
              <a:ext uri="{FF2B5EF4-FFF2-40B4-BE49-F238E27FC236}">
                <a16:creationId xmlns:a16="http://schemas.microsoft.com/office/drawing/2014/main" id="{798DD325-5118-471A-8BC4-8D7FB6E37D74}"/>
              </a:ext>
            </a:extLst>
          </p:cNvPr>
          <p:cNvSpPr>
            <a:spLocks noGrp="1"/>
          </p:cNvSpPr>
          <p:nvPr/>
        </p:nvSpPr>
        <p:spPr>
          <a:xfrm>
            <a:off x="702945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4</a:t>
            </a:r>
          </a:p>
        </p:txBody>
      </p:sp>
      <p:sp>
        <p:nvSpPr>
          <p:cNvPr id="17" name="사각형: 둥근 모서리 16">
            <a:extLst>
              <a:ext uri="{FF2B5EF4-FFF2-40B4-BE49-F238E27FC236}">
                <a16:creationId xmlns:a16="http://schemas.microsoft.com/office/drawing/2014/main" id="{B4043537-27B5-46BA-9DF3-DCD610F785F0}"/>
              </a:ext>
            </a:extLst>
          </p:cNvPr>
          <p:cNvSpPr>
            <a:spLocks noGrp="1"/>
          </p:cNvSpPr>
          <p:nvPr/>
        </p:nvSpPr>
        <p:spPr>
          <a:xfrm>
            <a:off x="6305550" y="2133600"/>
            <a:ext cx="1619250" cy="590550"/>
          </a:xfrm>
          <a:prstGeom prst="roundRect">
            <a:avLst>
              <a:gd name="adj" fmla="val 19355"/>
            </a:avLst>
          </a:prstGeom>
          <a:solidFill>
            <a:srgbClr val="DFF4F2"/>
          </a:solidFill>
          <a:ln w="14288">
            <a:solidFill>
              <a:srgbClr val="008C8C"/>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Priority service</a:t>
            </a:r>
          </a:p>
        </p:txBody>
      </p:sp>
      <p:sp>
        <p:nvSpPr>
          <p:cNvPr id="18" name="직사각형 17">
            <a:extLst>
              <a:ext uri="{FF2B5EF4-FFF2-40B4-BE49-F238E27FC236}">
                <a16:creationId xmlns:a16="http://schemas.microsoft.com/office/drawing/2014/main" id="{68D096EE-1289-4D8E-8B5E-0227CCC58F16}"/>
              </a:ext>
            </a:extLst>
          </p:cNvPr>
          <p:cNvSpPr>
            <a:spLocks noGrp="1"/>
          </p:cNvSpPr>
          <p:nvPr/>
        </p:nvSpPr>
        <p:spPr>
          <a:xfrm>
            <a:off x="626745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Classify only when</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 label is missing</a:t>
            </a:r>
          </a:p>
        </p:txBody>
      </p:sp>
      <p:cxnSp>
        <p:nvCxnSpPr>
          <p:cNvPr id="19" name="직선 화살표 연결선 18">
            <a:extLst>
              <a:ext uri="{FF2B5EF4-FFF2-40B4-BE49-F238E27FC236}">
                <a16:creationId xmlns:a16="http://schemas.microsoft.com/office/drawing/2014/main" id="{1B27699C-4298-4193-8B26-2741A3C810D1}"/>
              </a:ext>
            </a:extLst>
          </p:cNvPr>
          <p:cNvCxnSpPr/>
          <p:nvPr/>
        </p:nvCxnSpPr>
        <p:spPr>
          <a:xfrm>
            <a:off x="7924800" y="2428875"/>
            <a:ext cx="342900" cy="0"/>
          </a:xfrm>
          <a:prstGeom prst="straightConnector1">
            <a:avLst/>
          </a:prstGeom>
          <a:ln w="23813">
            <a:solidFill>
              <a:srgbClr val="008C8C"/>
            </a:solidFill>
            <a:prstDash val="solid"/>
            <a:tailEnd type="arrow" w="sm" len="sm"/>
          </a:ln>
        </p:spPr>
      </p:cxnSp>
      <p:sp>
        <p:nvSpPr>
          <p:cNvPr id="20" name="직사각형 19">
            <a:extLst>
              <a:ext uri="{FF2B5EF4-FFF2-40B4-BE49-F238E27FC236}">
                <a16:creationId xmlns:a16="http://schemas.microsoft.com/office/drawing/2014/main" id="{97930C54-02E9-47D6-BE52-67550A2BAC99}"/>
              </a:ext>
            </a:extLst>
          </p:cNvPr>
          <p:cNvSpPr>
            <a:spLocks noGrp="1"/>
          </p:cNvSpPr>
          <p:nvPr/>
        </p:nvSpPr>
        <p:spPr>
          <a:xfrm>
            <a:off x="8991600" y="1809750"/>
            <a:ext cx="400050" cy="247650"/>
          </a:xfrm>
          <a:prstGeom prst="rect">
            <a:avLst/>
          </a:prstGeom>
          <a:noFill/>
          <a:ln w="0">
            <a:noFill/>
            <a:prstDash val="solid"/>
          </a:ln>
        </p:spPr>
        <p:txBody>
          <a:bodyPr wrap="square" lIns="0" tIns="0" rIns="0" bIns="0" anchor="t">
            <a:normAutofit/>
          </a:bodyPr>
          <a:lstStyle>
            <a:defPPr algn="ctr">
              <a:defRPr sz="1275" b="1">
                <a:solidFill>
                  <a:srgbClr val="008C8C"/>
                </a:solidFill>
                <a:latin typeface="Arial"/>
                <a:ea typeface="Arial"/>
                <a:cs typeface="Arial"/>
              </a:defRPr>
            </a:defPPr>
            <a:lvl1pPr algn="ctr">
              <a:buNone/>
              <a:defRPr sz="1275" b="1">
                <a:solidFill>
                  <a:srgbClr val="008C8C"/>
                </a:solidFill>
                <a:latin typeface="Arial"/>
                <a:ea typeface="Arial"/>
                <a:cs typeface="Arial"/>
              </a:defRPr>
            </a:lvl1pPr>
            <a:lvl2pPr algn="ctr">
              <a:buNone/>
              <a:defRPr sz="1275" b="1">
                <a:solidFill>
                  <a:srgbClr val="008C8C"/>
                </a:solidFill>
                <a:latin typeface="Arial"/>
                <a:ea typeface="Arial"/>
                <a:cs typeface="Arial"/>
              </a:defRPr>
            </a:lvl2pPr>
            <a:lvl3pPr algn="ctr">
              <a:buNone/>
              <a:defRPr sz="1275" b="1">
                <a:solidFill>
                  <a:srgbClr val="008C8C"/>
                </a:solidFill>
                <a:latin typeface="Arial"/>
                <a:ea typeface="Arial"/>
                <a:cs typeface="Arial"/>
              </a:defRPr>
            </a:lvl3pPr>
            <a:lvl4pPr algn="ctr">
              <a:buNone/>
              <a:defRPr sz="1275" b="1">
                <a:solidFill>
                  <a:srgbClr val="008C8C"/>
                </a:solidFill>
                <a:latin typeface="Arial"/>
                <a:ea typeface="Arial"/>
                <a:cs typeface="Arial"/>
              </a:defRPr>
            </a:lvl4pPr>
            <a:lvl5pPr algn="ctr">
              <a:buNone/>
              <a:defRPr sz="1275" b="1">
                <a:solidFill>
                  <a:srgbClr val="008C8C"/>
                </a:solidFill>
                <a:latin typeface="Arial"/>
                <a:ea typeface="Arial"/>
                <a:cs typeface="Arial"/>
              </a:defRPr>
            </a:lvl5pPr>
            <a:lvl6pPr algn="ctr">
              <a:buNone/>
              <a:defRPr sz="1275" b="1">
                <a:solidFill>
                  <a:srgbClr val="008C8C"/>
                </a:solidFill>
                <a:latin typeface="Arial"/>
                <a:ea typeface="Arial"/>
                <a:cs typeface="Arial"/>
              </a:defRPr>
            </a:lvl6pPr>
            <a:lvl7pPr algn="ctr">
              <a:buNone/>
              <a:defRPr sz="1275" b="1">
                <a:solidFill>
                  <a:srgbClr val="008C8C"/>
                </a:solidFill>
                <a:latin typeface="Arial"/>
                <a:ea typeface="Arial"/>
                <a:cs typeface="Arial"/>
              </a:defRPr>
            </a:lvl7pPr>
            <a:lvl8pPr algn="ctr">
              <a:buNone/>
              <a:defRPr sz="1275" b="1">
                <a:solidFill>
                  <a:srgbClr val="008C8C"/>
                </a:solidFill>
                <a:latin typeface="Arial"/>
                <a:ea typeface="Arial"/>
                <a:cs typeface="Arial"/>
              </a:defRPr>
            </a:lvl8pPr>
            <a:lvl9pPr algn="ctr">
              <a:buNone/>
              <a:defRPr sz="1275" b="1">
                <a:solidFill>
                  <a:srgbClr val="008C8C"/>
                </a:solidFill>
                <a:latin typeface="Arial"/>
                <a:ea typeface="Arial"/>
                <a:cs typeface="Arial"/>
              </a:defRPr>
            </a:lvl9pPr>
          </a:lstStyle>
          <a:p>
            <a:pPr algn="ctr">
              <a:buNone/>
              <a:defRPr sz="1275" b="1">
                <a:solidFill>
                  <a:srgbClr val="008C8C"/>
                </a:solidFill>
                <a:latin typeface="Arial"/>
                <a:ea typeface="Arial"/>
                <a:cs typeface="Arial"/>
              </a:defRPr>
            </a:pPr>
            <a:r>
              <a:rPr sz="1275" b="1">
                <a:solidFill>
                  <a:srgbClr val="008C8C"/>
                </a:solidFill>
                <a:latin typeface="Arial"/>
                <a:ea typeface="Arial"/>
                <a:cs typeface="Arial"/>
              </a:rPr>
              <a:t>5</a:t>
            </a:r>
          </a:p>
        </p:txBody>
      </p:sp>
      <p:sp>
        <p:nvSpPr>
          <p:cNvPr id="21" name="사각형: 둥근 모서리 20">
            <a:extLst>
              <a:ext uri="{FF2B5EF4-FFF2-40B4-BE49-F238E27FC236}">
                <a16:creationId xmlns:a16="http://schemas.microsoft.com/office/drawing/2014/main" id="{6DE916A2-1216-4EBF-B3D9-3A2FB2C9A59E}"/>
              </a:ext>
            </a:extLst>
          </p:cNvPr>
          <p:cNvSpPr>
            <a:spLocks noGrp="1"/>
          </p:cNvSpPr>
          <p:nvPr/>
        </p:nvSpPr>
        <p:spPr>
          <a:xfrm>
            <a:off x="8267700" y="2133600"/>
            <a:ext cx="1619250" cy="590550"/>
          </a:xfrm>
          <a:prstGeom prst="roundRect">
            <a:avLst>
              <a:gd name="adj" fmla="val 19355"/>
            </a:avLst>
          </a:prstGeom>
          <a:solidFill>
            <a:srgbClr val="EAF2F8"/>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Gmail + SQLite</a:t>
            </a:r>
          </a:p>
        </p:txBody>
      </p:sp>
      <p:sp>
        <p:nvSpPr>
          <p:cNvPr id="22" name="직사각형 21">
            <a:extLst>
              <a:ext uri="{FF2B5EF4-FFF2-40B4-BE49-F238E27FC236}">
                <a16:creationId xmlns:a16="http://schemas.microsoft.com/office/drawing/2014/main" id="{5B824BAC-A91A-4F40-BB9E-1D3BE64D2F70}"/>
              </a:ext>
            </a:extLst>
          </p:cNvPr>
          <p:cNvSpPr>
            <a:spLocks noGrp="1"/>
          </p:cNvSpPr>
          <p:nvPr/>
        </p:nvSpPr>
        <p:spPr>
          <a:xfrm>
            <a:off x="822960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Write label, current state,</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and history</a:t>
            </a:r>
          </a:p>
        </p:txBody>
      </p:sp>
      <p:cxnSp>
        <p:nvCxnSpPr>
          <p:cNvPr id="23" name="직선 화살표 연결선 22">
            <a:extLst>
              <a:ext uri="{FF2B5EF4-FFF2-40B4-BE49-F238E27FC236}">
                <a16:creationId xmlns:a16="http://schemas.microsoft.com/office/drawing/2014/main" id="{DC304692-60E3-437C-8771-1794DFAF997D}"/>
              </a:ext>
            </a:extLst>
          </p:cNvPr>
          <p:cNvCxnSpPr/>
          <p:nvPr/>
        </p:nvCxnSpPr>
        <p:spPr>
          <a:xfrm>
            <a:off x="9886950" y="2428875"/>
            <a:ext cx="342900" cy="0"/>
          </a:xfrm>
          <a:prstGeom prst="straightConnector1">
            <a:avLst/>
          </a:prstGeom>
          <a:ln w="23813">
            <a:solidFill>
              <a:srgbClr val="008C8C"/>
            </a:solidFill>
            <a:prstDash val="solid"/>
            <a:tailEnd type="arrow" w="sm" len="sm"/>
          </a:ln>
        </p:spPr>
      </p:cxnSp>
      <p:sp>
        <p:nvSpPr>
          <p:cNvPr id="24" name="직사각형 23">
            <a:extLst>
              <a:ext uri="{FF2B5EF4-FFF2-40B4-BE49-F238E27FC236}">
                <a16:creationId xmlns:a16="http://schemas.microsoft.com/office/drawing/2014/main" id="{1D4AFC25-B543-4328-BE0C-8CC42FEE13B8}"/>
              </a:ext>
            </a:extLst>
          </p:cNvPr>
          <p:cNvSpPr>
            <a:spLocks noGrp="1"/>
          </p:cNvSpPr>
          <p:nvPr/>
        </p:nvSpPr>
        <p:spPr>
          <a:xfrm>
            <a:off x="10953750" y="1809750"/>
            <a:ext cx="400050" cy="247650"/>
          </a:xfrm>
          <a:prstGeom prst="rect">
            <a:avLst/>
          </a:prstGeom>
          <a:noFill/>
          <a:ln w="0">
            <a:noFill/>
            <a:prstDash val="solid"/>
          </a:ln>
        </p:spPr>
        <p:txBody>
          <a:bodyPr wrap="square" lIns="0" tIns="0" rIns="0" bIns="0" anchor="t">
            <a:normAutofit/>
          </a:bodyPr>
          <a:lstStyle>
            <a:defPPr algn="ctr">
              <a:defRPr sz="1275" b="1">
                <a:solidFill>
                  <a:srgbClr val="102A43"/>
                </a:solidFill>
                <a:latin typeface="Arial"/>
                <a:ea typeface="Arial"/>
                <a:cs typeface="Arial"/>
              </a:defRPr>
            </a:defPPr>
            <a:lvl1pPr algn="ctr">
              <a:buNone/>
              <a:defRPr sz="1275" b="1">
                <a:solidFill>
                  <a:srgbClr val="102A43"/>
                </a:solidFill>
                <a:latin typeface="Arial"/>
                <a:ea typeface="Arial"/>
                <a:cs typeface="Arial"/>
              </a:defRPr>
            </a:lvl1pPr>
            <a:lvl2pPr algn="ctr">
              <a:buNone/>
              <a:defRPr sz="1275" b="1">
                <a:solidFill>
                  <a:srgbClr val="102A43"/>
                </a:solidFill>
                <a:latin typeface="Arial"/>
                <a:ea typeface="Arial"/>
                <a:cs typeface="Arial"/>
              </a:defRPr>
            </a:lvl2pPr>
            <a:lvl3pPr algn="ctr">
              <a:buNone/>
              <a:defRPr sz="1275" b="1">
                <a:solidFill>
                  <a:srgbClr val="102A43"/>
                </a:solidFill>
                <a:latin typeface="Arial"/>
                <a:ea typeface="Arial"/>
                <a:cs typeface="Arial"/>
              </a:defRPr>
            </a:lvl3pPr>
            <a:lvl4pPr algn="ctr">
              <a:buNone/>
              <a:defRPr sz="1275" b="1">
                <a:solidFill>
                  <a:srgbClr val="102A43"/>
                </a:solidFill>
                <a:latin typeface="Arial"/>
                <a:ea typeface="Arial"/>
                <a:cs typeface="Arial"/>
              </a:defRPr>
            </a:lvl4pPr>
            <a:lvl5pPr algn="ctr">
              <a:buNone/>
              <a:defRPr sz="1275" b="1">
                <a:solidFill>
                  <a:srgbClr val="102A43"/>
                </a:solidFill>
                <a:latin typeface="Arial"/>
                <a:ea typeface="Arial"/>
                <a:cs typeface="Arial"/>
              </a:defRPr>
            </a:lvl5pPr>
            <a:lvl6pPr algn="ctr">
              <a:buNone/>
              <a:defRPr sz="1275" b="1">
                <a:solidFill>
                  <a:srgbClr val="102A43"/>
                </a:solidFill>
                <a:latin typeface="Arial"/>
                <a:ea typeface="Arial"/>
                <a:cs typeface="Arial"/>
              </a:defRPr>
            </a:lvl6pPr>
            <a:lvl7pPr algn="ctr">
              <a:buNone/>
              <a:defRPr sz="1275" b="1">
                <a:solidFill>
                  <a:srgbClr val="102A43"/>
                </a:solidFill>
                <a:latin typeface="Arial"/>
                <a:ea typeface="Arial"/>
                <a:cs typeface="Arial"/>
              </a:defRPr>
            </a:lvl7pPr>
            <a:lvl8pPr algn="ctr">
              <a:buNone/>
              <a:defRPr sz="1275" b="1">
                <a:solidFill>
                  <a:srgbClr val="102A43"/>
                </a:solidFill>
                <a:latin typeface="Arial"/>
                <a:ea typeface="Arial"/>
                <a:cs typeface="Arial"/>
              </a:defRPr>
            </a:lvl8pPr>
            <a:lvl9pPr algn="ctr">
              <a:buNone/>
              <a:defRPr sz="1275" b="1">
                <a:solidFill>
                  <a:srgbClr val="102A43"/>
                </a:solidFill>
                <a:latin typeface="Arial"/>
                <a:ea typeface="Arial"/>
                <a:cs typeface="Arial"/>
              </a:defRPr>
            </a:lvl9pPr>
          </a:lstStyle>
          <a:p>
            <a:pPr algn="ctr">
              <a:buNone/>
              <a:defRPr sz="1275" b="1">
                <a:solidFill>
                  <a:srgbClr val="102A43"/>
                </a:solidFill>
                <a:latin typeface="Arial"/>
                <a:ea typeface="Arial"/>
                <a:cs typeface="Arial"/>
              </a:defRPr>
            </a:pPr>
            <a:r>
              <a:rPr sz="1275" b="1">
                <a:solidFill>
                  <a:srgbClr val="102A43"/>
                </a:solidFill>
                <a:latin typeface="Arial"/>
                <a:ea typeface="Arial"/>
                <a:cs typeface="Arial"/>
              </a:rPr>
              <a:t>6</a:t>
            </a:r>
          </a:p>
        </p:txBody>
      </p:sp>
      <p:sp>
        <p:nvSpPr>
          <p:cNvPr id="25" name="사각형: 둥근 모서리 24">
            <a:extLst>
              <a:ext uri="{FF2B5EF4-FFF2-40B4-BE49-F238E27FC236}">
                <a16:creationId xmlns:a16="http://schemas.microsoft.com/office/drawing/2014/main" id="{BAEAB993-0A9C-4E15-806C-A3C021DD383E}"/>
              </a:ext>
            </a:extLst>
          </p:cNvPr>
          <p:cNvSpPr>
            <a:spLocks noGrp="1"/>
          </p:cNvSpPr>
          <p:nvPr/>
        </p:nvSpPr>
        <p:spPr>
          <a:xfrm>
            <a:off x="10229850" y="2133600"/>
            <a:ext cx="1619250" cy="590550"/>
          </a:xfrm>
          <a:prstGeom prst="roundRect">
            <a:avLst>
              <a:gd name="adj" fmla="val 19355"/>
            </a:avLst>
          </a:prstGeom>
          <a:solidFill>
            <a:srgbClr val="FFFFFF"/>
          </a:solidFill>
          <a:ln w="14288">
            <a:solidFill>
              <a:srgbClr val="243B53"/>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Browser</a:t>
            </a:r>
          </a:p>
        </p:txBody>
      </p:sp>
      <p:sp>
        <p:nvSpPr>
          <p:cNvPr id="26" name="직사각형 25">
            <a:extLst>
              <a:ext uri="{FF2B5EF4-FFF2-40B4-BE49-F238E27FC236}">
                <a16:creationId xmlns:a16="http://schemas.microsoft.com/office/drawing/2014/main" id="{7591F999-3FE1-4C06-BE5D-E0A460DEC9DB}"/>
              </a:ext>
            </a:extLst>
          </p:cNvPr>
          <p:cNvSpPr>
            <a:spLocks noGrp="1"/>
          </p:cNvSpPr>
          <p:nvPr/>
        </p:nvSpPr>
        <p:spPr>
          <a:xfrm>
            <a:off x="10191750" y="2914650"/>
            <a:ext cx="1695450" cy="8001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Return sorted JSON</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for three priority groups</a:t>
            </a:r>
          </a:p>
        </p:txBody>
      </p:sp>
      <p:sp>
        <p:nvSpPr>
          <p:cNvPr id="27" name="직선 연결선 26">
            <a:extLst>
              <a:ext uri="{FF2B5EF4-FFF2-40B4-BE49-F238E27FC236}">
                <a16:creationId xmlns:a16="http://schemas.microsoft.com/office/drawing/2014/main" id="{D4B113FE-B651-4F33-8498-F6120112A77E}"/>
              </a:ext>
            </a:extLst>
          </p:cNvPr>
          <p:cNvSpPr>
            <a:spLocks noGrp="1"/>
          </p:cNvSpPr>
          <p:nvPr/>
        </p:nvSpPr>
        <p:spPr>
          <a:xfrm>
            <a:off x="723900" y="4171950"/>
            <a:ext cx="10477500" cy="0"/>
          </a:xfrm>
          <a:prstGeom prst="line">
            <a:avLst/>
          </a:prstGeom>
          <a:noFill/>
          <a:ln w="9525">
            <a:solidFill>
              <a:srgbClr val="BCCCDC"/>
            </a:solidFill>
            <a:prstDash val="solid"/>
          </a:ln>
        </p:spPr>
        <p:txBody>
          <a:bodyPr/>
          <a:lstStyle/>
          <a:p>
            <a:endParaRPr lang="ko-KR" altLang="en-US"/>
          </a:p>
        </p:txBody>
      </p:sp>
      <p:sp>
        <p:nvSpPr>
          <p:cNvPr id="28" name="직사각형 27">
            <a:extLst>
              <a:ext uri="{FF2B5EF4-FFF2-40B4-BE49-F238E27FC236}">
                <a16:creationId xmlns:a16="http://schemas.microsoft.com/office/drawing/2014/main" id="{0681B8F6-D8B8-49FF-8664-3CDE2B3D8089}"/>
              </a:ext>
            </a:extLst>
          </p:cNvPr>
          <p:cNvSpPr>
            <a:spLocks noGrp="1"/>
          </p:cNvSpPr>
          <p:nvPr/>
        </p:nvSpPr>
        <p:spPr>
          <a:xfrm>
            <a:off x="723900" y="4457700"/>
            <a:ext cx="1714500" cy="285750"/>
          </a:xfrm>
          <a:prstGeom prst="rect">
            <a:avLst/>
          </a:prstGeom>
          <a:noFill/>
          <a:ln w="0">
            <a:noFill/>
            <a:prstDash val="solid"/>
          </a:ln>
        </p:spPr>
        <p:txBody>
          <a:bodyPr wrap="square" lIns="0" tIns="0" rIns="0" bIns="0" anchor="t">
            <a:normAutofit/>
          </a:bodyPr>
          <a:lstStyle>
            <a:defPPr algn="l">
              <a:defRPr sz="1500" b="1">
                <a:solidFill>
                  <a:srgbClr val="102A43"/>
                </a:solidFill>
                <a:latin typeface="Arial"/>
                <a:ea typeface="Arial"/>
                <a:cs typeface="Arial"/>
              </a:defRPr>
            </a:defPPr>
            <a:lvl1pPr algn="l">
              <a:buNone/>
              <a:defRPr sz="1500" b="1">
                <a:solidFill>
                  <a:srgbClr val="102A43"/>
                </a:solidFill>
                <a:latin typeface="Arial"/>
                <a:ea typeface="Arial"/>
                <a:cs typeface="Arial"/>
              </a:defRPr>
            </a:lvl1pPr>
            <a:lvl2pPr algn="l">
              <a:buNone/>
              <a:defRPr sz="1500" b="1">
                <a:solidFill>
                  <a:srgbClr val="102A43"/>
                </a:solidFill>
                <a:latin typeface="Arial"/>
                <a:ea typeface="Arial"/>
                <a:cs typeface="Arial"/>
              </a:defRPr>
            </a:lvl2pPr>
            <a:lvl3pPr algn="l">
              <a:buNone/>
              <a:defRPr sz="1500" b="1">
                <a:solidFill>
                  <a:srgbClr val="102A43"/>
                </a:solidFill>
                <a:latin typeface="Arial"/>
                <a:ea typeface="Arial"/>
                <a:cs typeface="Arial"/>
              </a:defRPr>
            </a:lvl3pPr>
            <a:lvl4pPr algn="l">
              <a:buNone/>
              <a:defRPr sz="1500" b="1">
                <a:solidFill>
                  <a:srgbClr val="102A43"/>
                </a:solidFill>
                <a:latin typeface="Arial"/>
                <a:ea typeface="Arial"/>
                <a:cs typeface="Arial"/>
              </a:defRPr>
            </a:lvl4pPr>
            <a:lvl5pPr algn="l">
              <a:buNone/>
              <a:defRPr sz="1500" b="1">
                <a:solidFill>
                  <a:srgbClr val="102A43"/>
                </a:solidFill>
                <a:latin typeface="Arial"/>
                <a:ea typeface="Arial"/>
                <a:cs typeface="Arial"/>
              </a:defRPr>
            </a:lvl5pPr>
            <a:lvl6pPr algn="l">
              <a:buNone/>
              <a:defRPr sz="1500" b="1">
                <a:solidFill>
                  <a:srgbClr val="102A43"/>
                </a:solidFill>
                <a:latin typeface="Arial"/>
                <a:ea typeface="Arial"/>
                <a:cs typeface="Arial"/>
              </a:defRPr>
            </a:lvl6pPr>
            <a:lvl7pPr algn="l">
              <a:buNone/>
              <a:defRPr sz="1500" b="1">
                <a:solidFill>
                  <a:srgbClr val="102A43"/>
                </a:solidFill>
                <a:latin typeface="Arial"/>
                <a:ea typeface="Arial"/>
                <a:cs typeface="Arial"/>
              </a:defRPr>
            </a:lvl7pPr>
            <a:lvl8pPr algn="l">
              <a:buNone/>
              <a:defRPr sz="1500" b="1">
                <a:solidFill>
                  <a:srgbClr val="102A43"/>
                </a:solidFill>
                <a:latin typeface="Arial"/>
                <a:ea typeface="Arial"/>
                <a:cs typeface="Arial"/>
              </a:defRPr>
            </a:lvl8pPr>
            <a:lvl9pPr algn="l">
              <a:buNone/>
              <a:defRPr sz="1500" b="1">
                <a:solidFill>
                  <a:srgbClr val="102A43"/>
                </a:solidFill>
                <a:latin typeface="Arial"/>
                <a:ea typeface="Arial"/>
                <a:cs typeface="Arial"/>
              </a:defRPr>
            </a:lvl9pPr>
          </a:lstStyle>
          <a:p>
            <a:pPr algn="l">
              <a:buNone/>
              <a:defRPr sz="1500" b="1">
                <a:solidFill>
                  <a:srgbClr val="102A43"/>
                </a:solidFill>
                <a:latin typeface="Arial"/>
                <a:ea typeface="Arial"/>
                <a:cs typeface="Arial"/>
              </a:defRPr>
            </a:pPr>
            <a:r>
              <a:rPr sz="1500" b="1">
                <a:solidFill>
                  <a:srgbClr val="102A43"/>
                </a:solidFill>
                <a:latin typeface="Arial"/>
                <a:ea typeface="Arial"/>
                <a:cs typeface="Arial"/>
              </a:rPr>
              <a:t>Data written</a:t>
            </a:r>
          </a:p>
        </p:txBody>
      </p:sp>
      <p:sp>
        <p:nvSpPr>
          <p:cNvPr id="29" name="직사각형 28">
            <a:extLst>
              <a:ext uri="{FF2B5EF4-FFF2-40B4-BE49-F238E27FC236}">
                <a16:creationId xmlns:a16="http://schemas.microsoft.com/office/drawing/2014/main" id="{E143D8FF-BFA3-4579-9DCB-FD9E3ECF5026}"/>
              </a:ext>
            </a:extLst>
          </p:cNvPr>
          <p:cNvSpPr>
            <a:spLocks noGrp="1"/>
          </p:cNvSpPr>
          <p:nvPr/>
        </p:nvSpPr>
        <p:spPr>
          <a:xfrm>
            <a:off x="2628900" y="4457700"/>
            <a:ext cx="1143000" cy="26670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a:solidFill>
                  <a:srgbClr val="008C8C"/>
                </a:solidFill>
                <a:latin typeface="Arial"/>
                <a:ea typeface="Arial"/>
                <a:cs typeface="Arial"/>
              </a:rPr>
              <a:t>Gmail</a:t>
            </a:r>
          </a:p>
        </p:txBody>
      </p:sp>
      <p:sp>
        <p:nvSpPr>
          <p:cNvPr id="30" name="직사각형 29">
            <a:extLst>
              <a:ext uri="{FF2B5EF4-FFF2-40B4-BE49-F238E27FC236}">
                <a16:creationId xmlns:a16="http://schemas.microsoft.com/office/drawing/2014/main" id="{6F6EB7B5-8C0C-425F-9B04-C6625C967AB2}"/>
              </a:ext>
            </a:extLst>
          </p:cNvPr>
          <p:cNvSpPr>
            <a:spLocks noGrp="1"/>
          </p:cNvSpPr>
          <p:nvPr/>
        </p:nvSpPr>
        <p:spPr>
          <a:xfrm>
            <a:off x="3810000" y="4457700"/>
            <a:ext cx="2476500" cy="2667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MailFlow priority label</a:t>
            </a:r>
          </a:p>
        </p:txBody>
      </p:sp>
      <p:sp>
        <p:nvSpPr>
          <p:cNvPr id="31" name="직사각형 30">
            <a:extLst>
              <a:ext uri="{FF2B5EF4-FFF2-40B4-BE49-F238E27FC236}">
                <a16:creationId xmlns:a16="http://schemas.microsoft.com/office/drawing/2014/main" id="{585D1837-006F-4582-9B1F-F511D0A672E5}"/>
              </a:ext>
            </a:extLst>
          </p:cNvPr>
          <p:cNvSpPr>
            <a:spLocks noGrp="1"/>
          </p:cNvSpPr>
          <p:nvPr/>
        </p:nvSpPr>
        <p:spPr>
          <a:xfrm>
            <a:off x="2628900" y="4953000"/>
            <a:ext cx="1143000" cy="266700"/>
          </a:xfrm>
          <a:prstGeom prst="rect">
            <a:avLst/>
          </a:prstGeom>
          <a:noFill/>
          <a:ln w="0">
            <a:noFill/>
            <a:prstDash val="solid"/>
          </a:ln>
        </p:spPr>
        <p:txBody>
          <a:bodyPr wrap="square" lIns="0" tIns="0" rIns="0" bIns="0" anchor="t">
            <a:normAutofit/>
          </a:bodyPr>
          <a:lstStyle>
            <a:defPPr algn="l">
              <a:defRPr sz="1350" b="1">
                <a:solidFill>
                  <a:srgbClr val="008C8C"/>
                </a:solidFill>
                <a:latin typeface="Arial"/>
                <a:ea typeface="Arial"/>
                <a:cs typeface="Arial"/>
              </a:defRPr>
            </a:defPPr>
            <a:lvl1pPr algn="l">
              <a:buNone/>
              <a:defRPr sz="1350" b="1">
                <a:solidFill>
                  <a:srgbClr val="008C8C"/>
                </a:solidFill>
                <a:latin typeface="Arial"/>
                <a:ea typeface="Arial"/>
                <a:cs typeface="Arial"/>
              </a:defRPr>
            </a:lvl1pPr>
            <a:lvl2pPr algn="l">
              <a:buNone/>
              <a:defRPr sz="1350" b="1">
                <a:solidFill>
                  <a:srgbClr val="008C8C"/>
                </a:solidFill>
                <a:latin typeface="Arial"/>
                <a:ea typeface="Arial"/>
                <a:cs typeface="Arial"/>
              </a:defRPr>
            </a:lvl2pPr>
            <a:lvl3pPr algn="l">
              <a:buNone/>
              <a:defRPr sz="1350" b="1">
                <a:solidFill>
                  <a:srgbClr val="008C8C"/>
                </a:solidFill>
                <a:latin typeface="Arial"/>
                <a:ea typeface="Arial"/>
                <a:cs typeface="Arial"/>
              </a:defRPr>
            </a:lvl3pPr>
            <a:lvl4pPr algn="l">
              <a:buNone/>
              <a:defRPr sz="1350" b="1">
                <a:solidFill>
                  <a:srgbClr val="008C8C"/>
                </a:solidFill>
                <a:latin typeface="Arial"/>
                <a:ea typeface="Arial"/>
                <a:cs typeface="Arial"/>
              </a:defRPr>
            </a:lvl4pPr>
            <a:lvl5pPr algn="l">
              <a:buNone/>
              <a:defRPr sz="1350" b="1">
                <a:solidFill>
                  <a:srgbClr val="008C8C"/>
                </a:solidFill>
                <a:latin typeface="Arial"/>
                <a:ea typeface="Arial"/>
                <a:cs typeface="Arial"/>
              </a:defRPr>
            </a:lvl5pPr>
            <a:lvl6pPr algn="l">
              <a:buNone/>
              <a:defRPr sz="1350" b="1">
                <a:solidFill>
                  <a:srgbClr val="008C8C"/>
                </a:solidFill>
                <a:latin typeface="Arial"/>
                <a:ea typeface="Arial"/>
                <a:cs typeface="Arial"/>
              </a:defRPr>
            </a:lvl6pPr>
            <a:lvl7pPr algn="l">
              <a:buNone/>
              <a:defRPr sz="1350" b="1">
                <a:solidFill>
                  <a:srgbClr val="008C8C"/>
                </a:solidFill>
                <a:latin typeface="Arial"/>
                <a:ea typeface="Arial"/>
                <a:cs typeface="Arial"/>
              </a:defRPr>
            </a:lvl7pPr>
            <a:lvl8pPr algn="l">
              <a:buNone/>
              <a:defRPr sz="1350" b="1">
                <a:solidFill>
                  <a:srgbClr val="008C8C"/>
                </a:solidFill>
                <a:latin typeface="Arial"/>
                <a:ea typeface="Arial"/>
                <a:cs typeface="Arial"/>
              </a:defRPr>
            </a:lvl8pPr>
            <a:lvl9pPr algn="l">
              <a:buNone/>
              <a:defRPr sz="1350" b="1">
                <a:solidFill>
                  <a:srgbClr val="008C8C"/>
                </a:solidFill>
                <a:latin typeface="Arial"/>
                <a:ea typeface="Arial"/>
                <a:cs typeface="Arial"/>
              </a:defRPr>
            </a:lvl9pPr>
          </a:lstStyle>
          <a:p>
            <a:pPr algn="l">
              <a:buNone/>
              <a:defRPr sz="1350" b="1">
                <a:solidFill>
                  <a:srgbClr val="008C8C"/>
                </a:solidFill>
                <a:latin typeface="Arial"/>
                <a:ea typeface="Arial"/>
                <a:cs typeface="Arial"/>
              </a:defRPr>
            </a:pPr>
            <a:r>
              <a:rPr sz="1350" b="1" dirty="0">
                <a:solidFill>
                  <a:srgbClr val="008C8C"/>
                </a:solidFill>
                <a:latin typeface="Arial"/>
                <a:ea typeface="Arial"/>
                <a:cs typeface="Arial"/>
              </a:rPr>
              <a:t>SQL</a:t>
            </a:r>
            <a:r>
              <a:rPr lang="en-US" sz="1350" b="1" dirty="0">
                <a:solidFill>
                  <a:srgbClr val="008C8C"/>
                </a:solidFill>
                <a:latin typeface="Arial"/>
                <a:ea typeface="Arial"/>
                <a:cs typeface="Arial"/>
              </a:rPr>
              <a:t> DB</a:t>
            </a:r>
            <a:endParaRPr sz="1350" b="1" dirty="0">
              <a:solidFill>
                <a:srgbClr val="008C8C"/>
              </a:solidFill>
              <a:latin typeface="Arial"/>
              <a:ea typeface="Arial"/>
              <a:cs typeface="Arial"/>
            </a:endParaRPr>
          </a:p>
        </p:txBody>
      </p:sp>
      <p:sp>
        <p:nvSpPr>
          <p:cNvPr id="32" name="직사각형 31">
            <a:extLst>
              <a:ext uri="{FF2B5EF4-FFF2-40B4-BE49-F238E27FC236}">
                <a16:creationId xmlns:a16="http://schemas.microsoft.com/office/drawing/2014/main" id="{0DC0A7DC-3C63-4FF5-89D1-03CA021BD9C3}"/>
              </a:ext>
            </a:extLst>
          </p:cNvPr>
          <p:cNvSpPr>
            <a:spLocks noGrp="1"/>
          </p:cNvSpPr>
          <p:nvPr/>
        </p:nvSpPr>
        <p:spPr>
          <a:xfrm>
            <a:off x="3810000" y="4953000"/>
            <a:ext cx="5810250" cy="26670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Current classification and append-only priority history</a:t>
            </a:r>
          </a:p>
        </p:txBody>
      </p:sp>
      <p:sp>
        <p:nvSpPr>
          <p:cNvPr id="33" name="직사각형 32">
            <a:extLst>
              <a:ext uri="{FF2B5EF4-FFF2-40B4-BE49-F238E27FC236}">
                <a16:creationId xmlns:a16="http://schemas.microsoft.com/office/drawing/2014/main" id="{EA1100C6-D8D2-43AE-92D6-6680CA55BAF7}"/>
              </a:ext>
            </a:extLst>
          </p:cNvPr>
          <p:cNvSpPr>
            <a:spLocks noGrp="1"/>
          </p:cNvSpPr>
          <p:nvPr/>
        </p:nvSpPr>
        <p:spPr>
          <a:xfrm>
            <a:off x="2628900" y="5448300"/>
            <a:ext cx="1333500" cy="266700"/>
          </a:xfrm>
          <a:prstGeom prst="rect">
            <a:avLst/>
          </a:prstGeom>
          <a:noFill/>
          <a:ln w="0">
            <a:noFill/>
            <a:prstDash val="solid"/>
          </a:ln>
        </p:spPr>
        <p:txBody>
          <a:bodyPr wrap="square" lIns="0" tIns="0" rIns="0" bIns="0" anchor="t">
            <a:normAutofit/>
          </a:bodyPr>
          <a:lstStyle>
            <a:defPPr algn="l">
              <a:defRPr sz="1350" b="1">
                <a:solidFill>
                  <a:srgbClr val="9AA5B1"/>
                </a:solidFill>
                <a:latin typeface="Arial"/>
                <a:ea typeface="Arial"/>
                <a:cs typeface="Arial"/>
              </a:defRPr>
            </a:defPPr>
            <a:lvl1pPr algn="l">
              <a:buNone/>
              <a:defRPr sz="1350" b="1">
                <a:solidFill>
                  <a:srgbClr val="9AA5B1"/>
                </a:solidFill>
                <a:latin typeface="Arial"/>
                <a:ea typeface="Arial"/>
                <a:cs typeface="Arial"/>
              </a:defRPr>
            </a:lvl1pPr>
            <a:lvl2pPr algn="l">
              <a:buNone/>
              <a:defRPr sz="1350" b="1">
                <a:solidFill>
                  <a:srgbClr val="9AA5B1"/>
                </a:solidFill>
                <a:latin typeface="Arial"/>
                <a:ea typeface="Arial"/>
                <a:cs typeface="Arial"/>
              </a:defRPr>
            </a:lvl2pPr>
            <a:lvl3pPr algn="l">
              <a:buNone/>
              <a:defRPr sz="1350" b="1">
                <a:solidFill>
                  <a:srgbClr val="9AA5B1"/>
                </a:solidFill>
                <a:latin typeface="Arial"/>
                <a:ea typeface="Arial"/>
                <a:cs typeface="Arial"/>
              </a:defRPr>
            </a:lvl3pPr>
            <a:lvl4pPr algn="l">
              <a:buNone/>
              <a:defRPr sz="1350" b="1">
                <a:solidFill>
                  <a:srgbClr val="9AA5B1"/>
                </a:solidFill>
                <a:latin typeface="Arial"/>
                <a:ea typeface="Arial"/>
                <a:cs typeface="Arial"/>
              </a:defRPr>
            </a:lvl4pPr>
            <a:lvl5pPr algn="l">
              <a:buNone/>
              <a:defRPr sz="1350" b="1">
                <a:solidFill>
                  <a:srgbClr val="9AA5B1"/>
                </a:solidFill>
                <a:latin typeface="Arial"/>
                <a:ea typeface="Arial"/>
                <a:cs typeface="Arial"/>
              </a:defRPr>
            </a:lvl5pPr>
            <a:lvl6pPr algn="l">
              <a:buNone/>
              <a:defRPr sz="1350" b="1">
                <a:solidFill>
                  <a:srgbClr val="9AA5B1"/>
                </a:solidFill>
                <a:latin typeface="Arial"/>
                <a:ea typeface="Arial"/>
                <a:cs typeface="Arial"/>
              </a:defRPr>
            </a:lvl6pPr>
            <a:lvl7pPr algn="l">
              <a:buNone/>
              <a:defRPr sz="1350" b="1">
                <a:solidFill>
                  <a:srgbClr val="9AA5B1"/>
                </a:solidFill>
                <a:latin typeface="Arial"/>
                <a:ea typeface="Arial"/>
                <a:cs typeface="Arial"/>
              </a:defRPr>
            </a:lvl7pPr>
            <a:lvl8pPr algn="l">
              <a:buNone/>
              <a:defRPr sz="1350" b="1">
                <a:solidFill>
                  <a:srgbClr val="9AA5B1"/>
                </a:solidFill>
                <a:latin typeface="Arial"/>
                <a:ea typeface="Arial"/>
                <a:cs typeface="Arial"/>
              </a:defRPr>
            </a:lvl8pPr>
            <a:lvl9pPr algn="l">
              <a:buNone/>
              <a:defRPr sz="1350" b="1">
                <a:solidFill>
                  <a:srgbClr val="9AA5B1"/>
                </a:solidFill>
                <a:latin typeface="Arial"/>
                <a:ea typeface="Arial"/>
                <a:cs typeface="Arial"/>
              </a:defRPr>
            </a:lvl9pPr>
          </a:lstStyle>
          <a:p>
            <a:pPr algn="l">
              <a:buNone/>
              <a:defRPr sz="1350" b="1">
                <a:solidFill>
                  <a:srgbClr val="9AA5B1"/>
                </a:solidFill>
                <a:latin typeface="Arial"/>
                <a:ea typeface="Arial"/>
                <a:cs typeface="Arial"/>
              </a:defRPr>
            </a:pPr>
            <a:r>
              <a:rPr sz="1350" b="1">
                <a:solidFill>
                  <a:srgbClr val="9AA5B1"/>
                </a:solidFill>
                <a:latin typeface="Arial"/>
                <a:ea typeface="Arial"/>
                <a:cs typeface="Arial"/>
              </a:rPr>
              <a:t>No local copy</a:t>
            </a:r>
          </a:p>
        </p:txBody>
      </p:sp>
      <p:sp>
        <p:nvSpPr>
          <p:cNvPr id="34" name="직사각형 33">
            <a:extLst>
              <a:ext uri="{FF2B5EF4-FFF2-40B4-BE49-F238E27FC236}">
                <a16:creationId xmlns:a16="http://schemas.microsoft.com/office/drawing/2014/main" id="{B427B0A4-0042-40C3-86AD-A2227194DD16}"/>
              </a:ext>
            </a:extLst>
          </p:cNvPr>
          <p:cNvSpPr>
            <a:spLocks noGrp="1"/>
          </p:cNvSpPr>
          <p:nvPr/>
        </p:nvSpPr>
        <p:spPr>
          <a:xfrm>
            <a:off x="4095750" y="5448300"/>
            <a:ext cx="5905500" cy="266700"/>
          </a:xfrm>
          <a:prstGeom prst="rect">
            <a:avLst/>
          </a:prstGeom>
          <a:noFill/>
          <a:ln w="0">
            <a:noFill/>
            <a:prstDash val="solid"/>
          </a:ln>
        </p:spPr>
        <p:txBody>
          <a:bodyPr wrap="square" lIns="0" tIns="0" rIns="0" bIns="0" anchor="t">
            <a:normAutofit/>
          </a:bodyPr>
          <a:lstStyle>
            <a:defPPr algn="l">
              <a:defRPr sz="1350" b="0">
                <a:solidFill>
                  <a:srgbClr val="627D98"/>
                </a:solidFill>
                <a:latin typeface="Arial"/>
                <a:ea typeface="Arial"/>
                <a:cs typeface="Arial"/>
              </a:defRPr>
            </a:defPPr>
            <a:lvl1pPr algn="l">
              <a:buNone/>
              <a:defRPr sz="1350" b="0">
                <a:solidFill>
                  <a:srgbClr val="627D98"/>
                </a:solidFill>
                <a:latin typeface="Arial"/>
                <a:ea typeface="Arial"/>
                <a:cs typeface="Arial"/>
              </a:defRPr>
            </a:lvl1pPr>
            <a:lvl2pPr algn="l">
              <a:buNone/>
              <a:defRPr sz="1350" b="0">
                <a:solidFill>
                  <a:srgbClr val="627D98"/>
                </a:solidFill>
                <a:latin typeface="Arial"/>
                <a:ea typeface="Arial"/>
                <a:cs typeface="Arial"/>
              </a:defRPr>
            </a:lvl2pPr>
            <a:lvl3pPr algn="l">
              <a:buNone/>
              <a:defRPr sz="1350" b="0">
                <a:solidFill>
                  <a:srgbClr val="627D98"/>
                </a:solidFill>
                <a:latin typeface="Arial"/>
                <a:ea typeface="Arial"/>
                <a:cs typeface="Arial"/>
              </a:defRPr>
            </a:lvl3pPr>
            <a:lvl4pPr algn="l">
              <a:buNone/>
              <a:defRPr sz="1350" b="0">
                <a:solidFill>
                  <a:srgbClr val="627D98"/>
                </a:solidFill>
                <a:latin typeface="Arial"/>
                <a:ea typeface="Arial"/>
                <a:cs typeface="Arial"/>
              </a:defRPr>
            </a:lvl4pPr>
            <a:lvl5pPr algn="l">
              <a:buNone/>
              <a:defRPr sz="1350" b="0">
                <a:solidFill>
                  <a:srgbClr val="627D98"/>
                </a:solidFill>
                <a:latin typeface="Arial"/>
                <a:ea typeface="Arial"/>
                <a:cs typeface="Arial"/>
              </a:defRPr>
            </a:lvl5pPr>
            <a:lvl6pPr algn="l">
              <a:buNone/>
              <a:defRPr sz="1350" b="0">
                <a:solidFill>
                  <a:srgbClr val="627D98"/>
                </a:solidFill>
                <a:latin typeface="Arial"/>
                <a:ea typeface="Arial"/>
                <a:cs typeface="Arial"/>
              </a:defRPr>
            </a:lvl6pPr>
            <a:lvl7pPr algn="l">
              <a:buNone/>
              <a:defRPr sz="1350" b="0">
                <a:solidFill>
                  <a:srgbClr val="627D98"/>
                </a:solidFill>
                <a:latin typeface="Arial"/>
                <a:ea typeface="Arial"/>
                <a:cs typeface="Arial"/>
              </a:defRPr>
            </a:lvl7pPr>
            <a:lvl8pPr algn="l">
              <a:buNone/>
              <a:defRPr sz="1350" b="0">
                <a:solidFill>
                  <a:srgbClr val="627D98"/>
                </a:solidFill>
                <a:latin typeface="Arial"/>
                <a:ea typeface="Arial"/>
                <a:cs typeface="Arial"/>
              </a:defRPr>
            </a:lvl8pPr>
            <a:lvl9pPr algn="l">
              <a:buNone/>
              <a:defRPr sz="1350" b="0">
                <a:solidFill>
                  <a:srgbClr val="627D98"/>
                </a:solidFill>
                <a:latin typeface="Arial"/>
                <a:ea typeface="Arial"/>
                <a:cs typeface="Arial"/>
              </a:defRPr>
            </a:lvl9pPr>
          </a:lstStyle>
          <a:p>
            <a:pPr algn="l">
              <a:buNone/>
              <a:defRPr sz="1350" b="0">
                <a:solidFill>
                  <a:srgbClr val="627D98"/>
                </a:solidFill>
                <a:latin typeface="Arial"/>
                <a:ea typeface="Arial"/>
                <a:cs typeface="Arial"/>
              </a:defRPr>
            </a:pPr>
            <a:r>
              <a:rPr sz="1350" b="0">
                <a:solidFill>
                  <a:srgbClr val="627D98"/>
                </a:solidFill>
                <a:latin typeface="Arial"/>
                <a:ea typeface="Arial"/>
                <a:cs typeface="Arial"/>
              </a:rPr>
              <a:t>Message body, attachments, passwords, or OAuth tokens</a:t>
            </a:r>
          </a:p>
        </p:txBody>
      </p:sp>
      <p:sp>
        <p:nvSpPr>
          <p:cNvPr id="35" name="직사각형 34">
            <a:extLst>
              <a:ext uri="{FF2B5EF4-FFF2-40B4-BE49-F238E27FC236}">
                <a16:creationId xmlns:a16="http://schemas.microsoft.com/office/drawing/2014/main" id="{60A262EB-150A-4B8B-ABE0-414E0F2C95C8}"/>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36" name="직사각형 35">
            <a:extLst>
              <a:ext uri="{FF2B5EF4-FFF2-40B4-BE49-F238E27FC236}">
                <a16:creationId xmlns:a16="http://schemas.microsoft.com/office/drawing/2014/main" id="{88CC66DD-0516-4A03-9D91-32BA3159300E}"/>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06</a:t>
            </a:r>
          </a:p>
        </p:txBody>
      </p:sp>
    </p:spTree>
    <p:extLst>
      <p:ext uri="{BB962C8B-B14F-4D97-AF65-F5344CB8AC3E}">
        <p14:creationId xmlns:p14="http://schemas.microsoft.com/office/powerpoint/2010/main" val="1922665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A144FCFE-AF12-4C5F-9D4B-9A69C91F2D32}"/>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Data ownership and persistence</a:t>
            </a:r>
          </a:p>
        </p:txBody>
      </p:sp>
      <p:sp>
        <p:nvSpPr>
          <p:cNvPr id="2" name="직사각형 1">
            <a:extLst>
              <a:ext uri="{FF2B5EF4-FFF2-40B4-BE49-F238E27FC236}">
                <a16:creationId xmlns:a16="http://schemas.microsoft.com/office/drawing/2014/main" id="{5E455741-D000-48CE-B235-6BF56F6D7ABF}"/>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Gmail owns message content; MailFlow stores only identity, priority state, and change history</a:t>
            </a:r>
          </a:p>
        </p:txBody>
      </p:sp>
      <p:sp>
        <p:nvSpPr>
          <p:cNvPr id="3" name="직선 연결선 2">
            <a:extLst>
              <a:ext uri="{FF2B5EF4-FFF2-40B4-BE49-F238E27FC236}">
                <a16:creationId xmlns:a16="http://schemas.microsoft.com/office/drawing/2014/main" id="{27BF8B82-0025-4C53-B233-AA2D94614AFC}"/>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8092E4CF-BE4D-4E64-9A51-2712D3283048}"/>
              </a:ext>
            </a:extLst>
          </p:cNvPr>
          <p:cNvSpPr>
            <a:spLocks noGrp="1"/>
          </p:cNvSpPr>
          <p:nvPr/>
        </p:nvSpPr>
        <p:spPr>
          <a:xfrm>
            <a:off x="800100" y="1752600"/>
            <a:ext cx="4000500" cy="266700"/>
          </a:xfrm>
          <a:prstGeom prst="rect">
            <a:avLst/>
          </a:prstGeom>
          <a:noFill/>
          <a:ln w="0">
            <a:noFill/>
            <a:prstDash val="solid"/>
          </a:ln>
        </p:spPr>
        <p:txBody>
          <a:bodyPr wrap="square" lIns="0" tIns="0" rIns="0" bIns="0" anchor="t">
            <a:normAutofit/>
          </a:bodyPr>
          <a:lstStyle>
            <a:defPPr algn="l">
              <a:defRPr sz="1200" b="1">
                <a:solidFill>
                  <a:srgbClr val="008C8C"/>
                </a:solidFill>
                <a:latin typeface="Arial"/>
                <a:ea typeface="Arial"/>
                <a:cs typeface="Arial"/>
              </a:defRPr>
            </a:defPPr>
            <a:lvl1pPr algn="l">
              <a:buNone/>
              <a:defRPr sz="1200" b="1">
                <a:solidFill>
                  <a:srgbClr val="008C8C"/>
                </a:solidFill>
                <a:latin typeface="Arial"/>
                <a:ea typeface="Arial"/>
                <a:cs typeface="Arial"/>
              </a:defRPr>
            </a:lvl1pPr>
            <a:lvl2pPr algn="l">
              <a:buNone/>
              <a:defRPr sz="1200" b="1">
                <a:solidFill>
                  <a:srgbClr val="008C8C"/>
                </a:solidFill>
                <a:latin typeface="Arial"/>
                <a:ea typeface="Arial"/>
                <a:cs typeface="Arial"/>
              </a:defRPr>
            </a:lvl2pPr>
            <a:lvl3pPr algn="l">
              <a:buNone/>
              <a:defRPr sz="1200" b="1">
                <a:solidFill>
                  <a:srgbClr val="008C8C"/>
                </a:solidFill>
                <a:latin typeface="Arial"/>
                <a:ea typeface="Arial"/>
                <a:cs typeface="Arial"/>
              </a:defRPr>
            </a:lvl3pPr>
            <a:lvl4pPr algn="l">
              <a:buNone/>
              <a:defRPr sz="1200" b="1">
                <a:solidFill>
                  <a:srgbClr val="008C8C"/>
                </a:solidFill>
                <a:latin typeface="Arial"/>
                <a:ea typeface="Arial"/>
                <a:cs typeface="Arial"/>
              </a:defRPr>
            </a:lvl4pPr>
            <a:lvl5pPr algn="l">
              <a:buNone/>
              <a:defRPr sz="1200" b="1">
                <a:solidFill>
                  <a:srgbClr val="008C8C"/>
                </a:solidFill>
                <a:latin typeface="Arial"/>
                <a:ea typeface="Arial"/>
                <a:cs typeface="Arial"/>
              </a:defRPr>
            </a:lvl5pPr>
            <a:lvl6pPr algn="l">
              <a:buNone/>
              <a:defRPr sz="1200" b="1">
                <a:solidFill>
                  <a:srgbClr val="008C8C"/>
                </a:solidFill>
                <a:latin typeface="Arial"/>
                <a:ea typeface="Arial"/>
                <a:cs typeface="Arial"/>
              </a:defRPr>
            </a:lvl6pPr>
            <a:lvl7pPr algn="l">
              <a:buNone/>
              <a:defRPr sz="1200" b="1">
                <a:solidFill>
                  <a:srgbClr val="008C8C"/>
                </a:solidFill>
                <a:latin typeface="Arial"/>
                <a:ea typeface="Arial"/>
                <a:cs typeface="Arial"/>
              </a:defRPr>
            </a:lvl7pPr>
            <a:lvl8pPr algn="l">
              <a:buNone/>
              <a:defRPr sz="1200" b="1">
                <a:solidFill>
                  <a:srgbClr val="008C8C"/>
                </a:solidFill>
                <a:latin typeface="Arial"/>
                <a:ea typeface="Arial"/>
                <a:cs typeface="Arial"/>
              </a:defRPr>
            </a:lvl8pPr>
            <a:lvl9pPr algn="l">
              <a:buNone/>
              <a:defRPr sz="1200" b="1">
                <a:solidFill>
                  <a:srgbClr val="008C8C"/>
                </a:solidFill>
                <a:latin typeface="Arial"/>
                <a:ea typeface="Arial"/>
                <a:cs typeface="Arial"/>
              </a:defRPr>
            </a:lvl9pPr>
          </a:lstStyle>
          <a:p>
            <a:pPr algn="l">
              <a:buNone/>
              <a:defRPr sz="1200" b="1">
                <a:solidFill>
                  <a:srgbClr val="008C8C"/>
                </a:solidFill>
                <a:latin typeface="Arial"/>
                <a:ea typeface="Arial"/>
                <a:cs typeface="Arial"/>
              </a:defRPr>
            </a:pPr>
            <a:r>
              <a:rPr sz="1200" b="1">
                <a:solidFill>
                  <a:srgbClr val="008C8C"/>
                </a:solidFill>
                <a:latin typeface="Arial"/>
                <a:ea typeface="Arial"/>
                <a:cs typeface="Arial"/>
              </a:rPr>
              <a:t>GOOGLE</a:t>
            </a:r>
          </a:p>
        </p:txBody>
      </p:sp>
      <p:sp>
        <p:nvSpPr>
          <p:cNvPr id="5" name="직사각형 4">
            <a:extLst>
              <a:ext uri="{FF2B5EF4-FFF2-40B4-BE49-F238E27FC236}">
                <a16:creationId xmlns:a16="http://schemas.microsoft.com/office/drawing/2014/main" id="{155AD1CC-2D99-424E-B3C5-134C15D992B4}"/>
              </a:ext>
            </a:extLst>
          </p:cNvPr>
          <p:cNvSpPr>
            <a:spLocks noGrp="1"/>
          </p:cNvSpPr>
          <p:nvPr/>
        </p:nvSpPr>
        <p:spPr>
          <a:xfrm>
            <a:off x="6705600" y="1752600"/>
            <a:ext cx="4000500" cy="266700"/>
          </a:xfrm>
          <a:prstGeom prst="rect">
            <a:avLst/>
          </a:prstGeom>
          <a:noFill/>
          <a:ln w="0">
            <a:noFill/>
            <a:prstDash val="solid"/>
          </a:ln>
        </p:spPr>
        <p:txBody>
          <a:bodyPr wrap="square" lIns="0" tIns="0" rIns="0" bIns="0" anchor="t">
            <a:normAutofit/>
          </a:bodyPr>
          <a:lstStyle>
            <a:defPPr algn="l">
              <a:defRPr sz="1200" b="1">
                <a:solidFill>
                  <a:srgbClr val="102A43"/>
                </a:solidFill>
                <a:latin typeface="Arial"/>
                <a:ea typeface="Arial"/>
                <a:cs typeface="Arial"/>
              </a:defRPr>
            </a:defPPr>
            <a:lvl1pPr algn="l">
              <a:buNone/>
              <a:defRPr sz="1200" b="1">
                <a:solidFill>
                  <a:srgbClr val="102A43"/>
                </a:solidFill>
                <a:latin typeface="Arial"/>
                <a:ea typeface="Arial"/>
                <a:cs typeface="Arial"/>
              </a:defRPr>
            </a:lvl1pPr>
            <a:lvl2pPr algn="l">
              <a:buNone/>
              <a:defRPr sz="1200" b="1">
                <a:solidFill>
                  <a:srgbClr val="102A43"/>
                </a:solidFill>
                <a:latin typeface="Arial"/>
                <a:ea typeface="Arial"/>
                <a:cs typeface="Arial"/>
              </a:defRPr>
            </a:lvl2pPr>
            <a:lvl3pPr algn="l">
              <a:buNone/>
              <a:defRPr sz="1200" b="1">
                <a:solidFill>
                  <a:srgbClr val="102A43"/>
                </a:solidFill>
                <a:latin typeface="Arial"/>
                <a:ea typeface="Arial"/>
                <a:cs typeface="Arial"/>
              </a:defRPr>
            </a:lvl3pPr>
            <a:lvl4pPr algn="l">
              <a:buNone/>
              <a:defRPr sz="1200" b="1">
                <a:solidFill>
                  <a:srgbClr val="102A43"/>
                </a:solidFill>
                <a:latin typeface="Arial"/>
                <a:ea typeface="Arial"/>
                <a:cs typeface="Arial"/>
              </a:defRPr>
            </a:lvl4pPr>
            <a:lvl5pPr algn="l">
              <a:buNone/>
              <a:defRPr sz="1200" b="1">
                <a:solidFill>
                  <a:srgbClr val="102A43"/>
                </a:solidFill>
                <a:latin typeface="Arial"/>
                <a:ea typeface="Arial"/>
                <a:cs typeface="Arial"/>
              </a:defRPr>
            </a:lvl5pPr>
            <a:lvl6pPr algn="l">
              <a:buNone/>
              <a:defRPr sz="1200" b="1">
                <a:solidFill>
                  <a:srgbClr val="102A43"/>
                </a:solidFill>
                <a:latin typeface="Arial"/>
                <a:ea typeface="Arial"/>
                <a:cs typeface="Arial"/>
              </a:defRPr>
            </a:lvl6pPr>
            <a:lvl7pPr algn="l">
              <a:buNone/>
              <a:defRPr sz="1200" b="1">
                <a:solidFill>
                  <a:srgbClr val="102A43"/>
                </a:solidFill>
                <a:latin typeface="Arial"/>
                <a:ea typeface="Arial"/>
                <a:cs typeface="Arial"/>
              </a:defRPr>
            </a:lvl7pPr>
            <a:lvl8pPr algn="l">
              <a:buNone/>
              <a:defRPr sz="1200" b="1">
                <a:solidFill>
                  <a:srgbClr val="102A43"/>
                </a:solidFill>
                <a:latin typeface="Arial"/>
                <a:ea typeface="Arial"/>
                <a:cs typeface="Arial"/>
              </a:defRPr>
            </a:lvl8pPr>
            <a:lvl9pPr algn="l">
              <a:buNone/>
              <a:defRPr sz="1200" b="1">
                <a:solidFill>
                  <a:srgbClr val="102A43"/>
                </a:solidFill>
                <a:latin typeface="Arial"/>
                <a:ea typeface="Arial"/>
                <a:cs typeface="Arial"/>
              </a:defRPr>
            </a:lvl9pPr>
          </a:lstStyle>
          <a:p>
            <a:pPr algn="l">
              <a:buNone/>
              <a:defRPr sz="1200" b="1">
                <a:solidFill>
                  <a:srgbClr val="102A43"/>
                </a:solidFill>
                <a:latin typeface="Arial"/>
                <a:ea typeface="Arial"/>
                <a:cs typeface="Arial"/>
              </a:defRPr>
            </a:pPr>
            <a:r>
              <a:rPr sz="1200" b="1" dirty="0">
                <a:solidFill>
                  <a:srgbClr val="102A43"/>
                </a:solidFill>
                <a:latin typeface="Arial"/>
                <a:ea typeface="Arial"/>
                <a:cs typeface="Arial"/>
              </a:rPr>
              <a:t>MAILFLOW SQ</a:t>
            </a:r>
            <a:r>
              <a:rPr lang="en-US" sz="1200" b="1" dirty="0">
                <a:solidFill>
                  <a:srgbClr val="102A43"/>
                </a:solidFill>
                <a:latin typeface="Arial"/>
                <a:ea typeface="Arial"/>
                <a:cs typeface="Arial"/>
              </a:rPr>
              <a:t>L DB</a:t>
            </a:r>
            <a:endParaRPr sz="1200" b="1" dirty="0">
              <a:solidFill>
                <a:srgbClr val="102A43"/>
              </a:solidFill>
              <a:latin typeface="Arial"/>
              <a:ea typeface="Arial"/>
              <a:cs typeface="Arial"/>
            </a:endParaRPr>
          </a:p>
        </p:txBody>
      </p:sp>
      <p:sp>
        <p:nvSpPr>
          <p:cNvPr id="6" name="직선 연결선 5">
            <a:extLst>
              <a:ext uri="{FF2B5EF4-FFF2-40B4-BE49-F238E27FC236}">
                <a16:creationId xmlns:a16="http://schemas.microsoft.com/office/drawing/2014/main" id="{0B7DEC28-A8CB-4A10-B30D-3B0E9AC1EE22}"/>
              </a:ext>
            </a:extLst>
          </p:cNvPr>
          <p:cNvSpPr>
            <a:spLocks noGrp="1"/>
          </p:cNvSpPr>
          <p:nvPr/>
        </p:nvSpPr>
        <p:spPr>
          <a:xfrm>
            <a:off x="800100" y="2095500"/>
            <a:ext cx="4476750" cy="0"/>
          </a:xfrm>
          <a:prstGeom prst="line">
            <a:avLst/>
          </a:prstGeom>
          <a:noFill/>
          <a:ln w="28575">
            <a:solidFill>
              <a:srgbClr val="008C8C"/>
            </a:solidFill>
            <a:prstDash val="solid"/>
          </a:ln>
        </p:spPr>
        <p:txBody>
          <a:bodyPr/>
          <a:lstStyle/>
          <a:p>
            <a:endParaRPr lang="ko-KR" altLang="en-US"/>
          </a:p>
        </p:txBody>
      </p:sp>
      <p:sp>
        <p:nvSpPr>
          <p:cNvPr id="7" name="직선 연결선 6">
            <a:extLst>
              <a:ext uri="{FF2B5EF4-FFF2-40B4-BE49-F238E27FC236}">
                <a16:creationId xmlns:a16="http://schemas.microsoft.com/office/drawing/2014/main" id="{D3BCEC7C-5F43-409F-9A2E-67660A4E551C}"/>
              </a:ext>
            </a:extLst>
          </p:cNvPr>
          <p:cNvSpPr>
            <a:spLocks noGrp="1"/>
          </p:cNvSpPr>
          <p:nvPr/>
        </p:nvSpPr>
        <p:spPr>
          <a:xfrm>
            <a:off x="6705600" y="2095500"/>
            <a:ext cx="4476750" cy="0"/>
          </a:xfrm>
          <a:prstGeom prst="line">
            <a:avLst/>
          </a:prstGeom>
          <a:noFill/>
          <a:ln w="28575">
            <a:solidFill>
              <a:srgbClr val="102A43"/>
            </a:solidFill>
            <a:prstDash val="solid"/>
          </a:ln>
        </p:spPr>
        <p:txBody>
          <a:bodyPr/>
          <a:lstStyle/>
          <a:p>
            <a:endParaRPr lang="ko-KR" altLang="en-US"/>
          </a:p>
        </p:txBody>
      </p:sp>
      <p:sp>
        <p:nvSpPr>
          <p:cNvPr id="8" name="직사각형 7">
            <a:extLst>
              <a:ext uri="{FF2B5EF4-FFF2-40B4-BE49-F238E27FC236}">
                <a16:creationId xmlns:a16="http://schemas.microsoft.com/office/drawing/2014/main" id="{5127A83A-0815-47FF-AC32-07A353D450B1}"/>
              </a:ext>
            </a:extLst>
          </p:cNvPr>
          <p:cNvSpPr>
            <a:spLocks noGrp="1"/>
          </p:cNvSpPr>
          <p:nvPr/>
        </p:nvSpPr>
        <p:spPr>
          <a:xfrm>
            <a:off x="819150" y="2400300"/>
            <a:ext cx="4000500" cy="381000"/>
          </a:xfrm>
          <a:prstGeom prst="rect">
            <a:avLst/>
          </a:prstGeom>
          <a:noFill/>
          <a:ln w="0">
            <a:noFill/>
            <a:prstDash val="solid"/>
          </a:ln>
        </p:spPr>
        <p:txBody>
          <a:bodyPr wrap="square" lIns="0" tIns="0" rIns="0" bIns="0" anchor="t">
            <a:normAutofit/>
          </a:bodyPr>
          <a:lstStyle>
            <a:defPPr algn="l">
              <a:defRPr sz="2250" b="1">
                <a:solidFill>
                  <a:srgbClr val="102A43"/>
                </a:solidFill>
                <a:latin typeface="Arial"/>
                <a:ea typeface="Arial"/>
                <a:cs typeface="Arial"/>
              </a:defRPr>
            </a:defPPr>
            <a:lvl1pPr algn="l">
              <a:buNone/>
              <a:defRPr sz="2250" b="1">
                <a:solidFill>
                  <a:srgbClr val="102A43"/>
                </a:solidFill>
                <a:latin typeface="Arial"/>
                <a:ea typeface="Arial"/>
                <a:cs typeface="Arial"/>
              </a:defRPr>
            </a:lvl1pPr>
            <a:lvl2pPr algn="l">
              <a:buNone/>
              <a:defRPr sz="2250" b="1">
                <a:solidFill>
                  <a:srgbClr val="102A43"/>
                </a:solidFill>
                <a:latin typeface="Arial"/>
                <a:ea typeface="Arial"/>
                <a:cs typeface="Arial"/>
              </a:defRPr>
            </a:lvl2pPr>
            <a:lvl3pPr algn="l">
              <a:buNone/>
              <a:defRPr sz="2250" b="1">
                <a:solidFill>
                  <a:srgbClr val="102A43"/>
                </a:solidFill>
                <a:latin typeface="Arial"/>
                <a:ea typeface="Arial"/>
                <a:cs typeface="Arial"/>
              </a:defRPr>
            </a:lvl3pPr>
            <a:lvl4pPr algn="l">
              <a:buNone/>
              <a:defRPr sz="2250" b="1">
                <a:solidFill>
                  <a:srgbClr val="102A43"/>
                </a:solidFill>
                <a:latin typeface="Arial"/>
                <a:ea typeface="Arial"/>
                <a:cs typeface="Arial"/>
              </a:defRPr>
            </a:lvl4pPr>
            <a:lvl5pPr algn="l">
              <a:buNone/>
              <a:defRPr sz="2250" b="1">
                <a:solidFill>
                  <a:srgbClr val="102A43"/>
                </a:solidFill>
                <a:latin typeface="Arial"/>
                <a:ea typeface="Arial"/>
                <a:cs typeface="Arial"/>
              </a:defRPr>
            </a:lvl5pPr>
            <a:lvl6pPr algn="l">
              <a:buNone/>
              <a:defRPr sz="2250" b="1">
                <a:solidFill>
                  <a:srgbClr val="102A43"/>
                </a:solidFill>
                <a:latin typeface="Arial"/>
                <a:ea typeface="Arial"/>
                <a:cs typeface="Arial"/>
              </a:defRPr>
            </a:lvl6pPr>
            <a:lvl7pPr algn="l">
              <a:buNone/>
              <a:defRPr sz="2250" b="1">
                <a:solidFill>
                  <a:srgbClr val="102A43"/>
                </a:solidFill>
                <a:latin typeface="Arial"/>
                <a:ea typeface="Arial"/>
                <a:cs typeface="Arial"/>
              </a:defRPr>
            </a:lvl7pPr>
            <a:lvl8pPr algn="l">
              <a:buNone/>
              <a:defRPr sz="2250" b="1">
                <a:solidFill>
                  <a:srgbClr val="102A43"/>
                </a:solidFill>
                <a:latin typeface="Arial"/>
                <a:ea typeface="Arial"/>
                <a:cs typeface="Arial"/>
              </a:defRPr>
            </a:lvl8pPr>
            <a:lvl9pPr algn="l">
              <a:buNone/>
              <a:defRPr sz="2250" b="1">
                <a:solidFill>
                  <a:srgbClr val="102A43"/>
                </a:solidFill>
                <a:latin typeface="Arial"/>
                <a:ea typeface="Arial"/>
                <a:cs typeface="Arial"/>
              </a:defRPr>
            </a:lvl9pPr>
          </a:lstStyle>
          <a:p>
            <a:pPr algn="l">
              <a:buNone/>
              <a:defRPr sz="2250" b="1">
                <a:solidFill>
                  <a:srgbClr val="102A43"/>
                </a:solidFill>
                <a:latin typeface="Arial"/>
                <a:ea typeface="Arial"/>
                <a:cs typeface="Arial"/>
              </a:defRPr>
            </a:pPr>
            <a:r>
              <a:rPr sz="2250" b="1">
                <a:solidFill>
                  <a:srgbClr val="102A43"/>
                </a:solidFill>
                <a:latin typeface="Arial"/>
                <a:ea typeface="Arial"/>
                <a:cs typeface="Arial"/>
              </a:rPr>
              <a:t>Gmail API</a:t>
            </a:r>
          </a:p>
        </p:txBody>
      </p:sp>
      <p:sp>
        <p:nvSpPr>
          <p:cNvPr id="9" name="직사각형 8">
            <a:extLst>
              <a:ext uri="{FF2B5EF4-FFF2-40B4-BE49-F238E27FC236}">
                <a16:creationId xmlns:a16="http://schemas.microsoft.com/office/drawing/2014/main" id="{0ACA6B5B-9045-4390-8AF2-5C10084E63F3}"/>
              </a:ext>
            </a:extLst>
          </p:cNvPr>
          <p:cNvSpPr>
            <a:spLocks noGrp="1"/>
          </p:cNvSpPr>
          <p:nvPr/>
        </p:nvSpPr>
        <p:spPr>
          <a:xfrm>
            <a:off x="819150" y="2933700"/>
            <a:ext cx="4286250" cy="1714500"/>
          </a:xfrm>
          <a:prstGeom prst="rect">
            <a:avLst/>
          </a:prstGeom>
          <a:noFill/>
          <a:ln w="0">
            <a:noFill/>
            <a:prstDash val="solid"/>
          </a:ln>
        </p:spPr>
        <p:txBody>
          <a:bodyPr wrap="square" lIns="0" tIns="0" rIns="0" bIns="0" anchor="t">
            <a:normAutofit/>
          </a:bodyPr>
          <a:lstStyle>
            <a:defPPr algn="l">
              <a:defRPr sz="1575" b="0">
                <a:solidFill>
                  <a:srgbClr val="1F2933"/>
                </a:solidFill>
                <a:latin typeface="Arial"/>
                <a:ea typeface="Arial"/>
                <a:cs typeface="Arial"/>
              </a:defRPr>
            </a:defPPr>
            <a:lvl1pPr algn="l">
              <a:buNone/>
              <a:defRPr sz="1575" b="0">
                <a:solidFill>
                  <a:srgbClr val="1F2933"/>
                </a:solidFill>
                <a:latin typeface="Arial"/>
                <a:ea typeface="Arial"/>
                <a:cs typeface="Arial"/>
              </a:defRPr>
            </a:lvl1pPr>
            <a:lvl2pPr algn="l">
              <a:buNone/>
              <a:defRPr sz="1575" b="0">
                <a:solidFill>
                  <a:srgbClr val="1F2933"/>
                </a:solidFill>
                <a:latin typeface="Arial"/>
                <a:ea typeface="Arial"/>
                <a:cs typeface="Arial"/>
              </a:defRPr>
            </a:lvl2pPr>
            <a:lvl3pPr algn="l">
              <a:buNone/>
              <a:defRPr sz="1575" b="0">
                <a:solidFill>
                  <a:srgbClr val="1F2933"/>
                </a:solidFill>
                <a:latin typeface="Arial"/>
                <a:ea typeface="Arial"/>
                <a:cs typeface="Arial"/>
              </a:defRPr>
            </a:lvl3pPr>
            <a:lvl4pPr algn="l">
              <a:buNone/>
              <a:defRPr sz="1575" b="0">
                <a:solidFill>
                  <a:srgbClr val="1F2933"/>
                </a:solidFill>
                <a:latin typeface="Arial"/>
                <a:ea typeface="Arial"/>
                <a:cs typeface="Arial"/>
              </a:defRPr>
            </a:lvl4pPr>
            <a:lvl5pPr algn="l">
              <a:buNone/>
              <a:defRPr sz="1575" b="0">
                <a:solidFill>
                  <a:srgbClr val="1F2933"/>
                </a:solidFill>
                <a:latin typeface="Arial"/>
                <a:ea typeface="Arial"/>
                <a:cs typeface="Arial"/>
              </a:defRPr>
            </a:lvl5pPr>
            <a:lvl6pPr algn="l">
              <a:buNone/>
              <a:defRPr sz="1575" b="0">
                <a:solidFill>
                  <a:srgbClr val="1F2933"/>
                </a:solidFill>
                <a:latin typeface="Arial"/>
                <a:ea typeface="Arial"/>
                <a:cs typeface="Arial"/>
              </a:defRPr>
            </a:lvl6pPr>
            <a:lvl7pPr algn="l">
              <a:buNone/>
              <a:defRPr sz="1575" b="0">
                <a:solidFill>
                  <a:srgbClr val="1F2933"/>
                </a:solidFill>
                <a:latin typeface="Arial"/>
                <a:ea typeface="Arial"/>
                <a:cs typeface="Arial"/>
              </a:defRPr>
            </a:lvl7pPr>
            <a:lvl8pPr algn="l">
              <a:buNone/>
              <a:defRPr sz="1575" b="0">
                <a:solidFill>
                  <a:srgbClr val="1F2933"/>
                </a:solidFill>
                <a:latin typeface="Arial"/>
                <a:ea typeface="Arial"/>
                <a:cs typeface="Arial"/>
              </a:defRPr>
            </a:lvl8pPr>
            <a:lvl9pPr algn="l">
              <a:buNone/>
              <a:defRPr sz="1575" b="0">
                <a:solidFill>
                  <a:srgbClr val="1F2933"/>
                </a:solidFill>
                <a:latin typeface="Arial"/>
                <a:ea typeface="Arial"/>
                <a:cs typeface="Arial"/>
              </a:defRPr>
            </a:lvl9pPr>
          </a:lstStyle>
          <a:p>
            <a:pPr algn="l">
              <a:lnSpc>
                <a:spcPct val="128000"/>
              </a:lnSpc>
              <a:buNone/>
              <a:defRPr sz="1575" b="0">
                <a:solidFill>
                  <a:srgbClr val="1F2933"/>
                </a:solidFill>
                <a:latin typeface="Arial"/>
                <a:ea typeface="Arial"/>
                <a:cs typeface="Arial"/>
              </a:defRPr>
            </a:pPr>
            <a:r>
              <a:rPr sz="1575" b="0">
                <a:solidFill>
                  <a:srgbClr val="1F2933"/>
                </a:solidFill>
                <a:latin typeface="Arial"/>
                <a:ea typeface="Arial"/>
                <a:cs typeface="Arial"/>
              </a:rPr>
              <a:t>Message body and attachments</a:t>
            </a:r>
          </a:p>
          <a:p>
            <a:pPr algn="l">
              <a:lnSpc>
                <a:spcPct val="128000"/>
              </a:lnSpc>
              <a:buNone/>
              <a:defRPr sz="1575" b="0">
                <a:solidFill>
                  <a:srgbClr val="1F2933"/>
                </a:solidFill>
                <a:latin typeface="Arial"/>
                <a:ea typeface="Arial"/>
                <a:cs typeface="Arial"/>
              </a:defRPr>
            </a:pPr>
            <a:r>
              <a:rPr sz="1575" b="0">
                <a:solidFill>
                  <a:srgbClr val="1F2933"/>
                </a:solidFill>
                <a:latin typeface="Arial"/>
                <a:ea typeface="Arial"/>
                <a:cs typeface="Arial"/>
              </a:rPr>
              <a:t>Read, star, trash, and restore state</a:t>
            </a:r>
          </a:p>
          <a:p>
            <a:pPr algn="l">
              <a:lnSpc>
                <a:spcPct val="128000"/>
              </a:lnSpc>
              <a:buNone/>
              <a:defRPr sz="1575" b="0">
                <a:solidFill>
                  <a:srgbClr val="1F2933"/>
                </a:solidFill>
                <a:latin typeface="Arial"/>
                <a:ea typeface="Arial"/>
                <a:cs typeface="Arial"/>
              </a:defRPr>
            </a:pPr>
            <a:r>
              <a:rPr sz="1575" b="0">
                <a:solidFill>
                  <a:srgbClr val="1F2933"/>
                </a:solidFill>
                <a:latin typeface="Arial"/>
                <a:ea typeface="Arial"/>
                <a:cs typeface="Arial"/>
              </a:rPr>
              <a:t>Gmail labels</a:t>
            </a:r>
          </a:p>
          <a:p>
            <a:pPr algn="l">
              <a:lnSpc>
                <a:spcPct val="128000"/>
              </a:lnSpc>
              <a:buNone/>
              <a:defRPr sz="1575" b="0">
                <a:solidFill>
                  <a:srgbClr val="1F2933"/>
                </a:solidFill>
                <a:latin typeface="Arial"/>
                <a:ea typeface="Arial"/>
                <a:cs typeface="Arial"/>
              </a:defRPr>
            </a:pPr>
            <a:r>
              <a:rPr sz="1575" b="0">
                <a:solidFill>
                  <a:srgbClr val="1F2933"/>
                </a:solidFill>
                <a:latin typeface="Arial"/>
                <a:ea typeface="Arial"/>
                <a:cs typeface="Arial"/>
              </a:rPr>
              <a:t>Drafts created after approval</a:t>
            </a:r>
          </a:p>
        </p:txBody>
      </p:sp>
      <p:sp>
        <p:nvSpPr>
          <p:cNvPr id="10" name="직사각형 9">
            <a:extLst>
              <a:ext uri="{FF2B5EF4-FFF2-40B4-BE49-F238E27FC236}">
                <a16:creationId xmlns:a16="http://schemas.microsoft.com/office/drawing/2014/main" id="{57C82A72-D8B8-4857-962E-E3248685AABC}"/>
              </a:ext>
            </a:extLst>
          </p:cNvPr>
          <p:cNvSpPr>
            <a:spLocks noGrp="1"/>
          </p:cNvSpPr>
          <p:nvPr/>
        </p:nvSpPr>
        <p:spPr>
          <a:xfrm>
            <a:off x="819150" y="4953000"/>
            <a:ext cx="4286250" cy="323850"/>
          </a:xfrm>
          <a:prstGeom prst="rect">
            <a:avLst/>
          </a:prstGeom>
          <a:noFill/>
          <a:ln w="0">
            <a:noFill/>
            <a:prstDash val="solid"/>
          </a:ln>
        </p:spPr>
        <p:txBody>
          <a:bodyPr wrap="square" lIns="0" tIns="0" rIns="0" bIns="0" anchor="t">
            <a:normAutofit/>
          </a:bodyPr>
          <a:lstStyle>
            <a:defPPr algn="l">
              <a:defRPr sz="1725" b="1">
                <a:solidFill>
                  <a:srgbClr val="9AA5B1"/>
                </a:solidFill>
                <a:latin typeface="Arial"/>
                <a:ea typeface="Arial"/>
                <a:cs typeface="Arial"/>
              </a:defRPr>
            </a:defPPr>
            <a:lvl1pPr algn="l">
              <a:buNone/>
              <a:defRPr sz="1725" b="1">
                <a:solidFill>
                  <a:srgbClr val="9AA5B1"/>
                </a:solidFill>
                <a:latin typeface="Arial"/>
                <a:ea typeface="Arial"/>
                <a:cs typeface="Arial"/>
              </a:defRPr>
            </a:lvl1pPr>
            <a:lvl2pPr algn="l">
              <a:buNone/>
              <a:defRPr sz="1725" b="1">
                <a:solidFill>
                  <a:srgbClr val="9AA5B1"/>
                </a:solidFill>
                <a:latin typeface="Arial"/>
                <a:ea typeface="Arial"/>
                <a:cs typeface="Arial"/>
              </a:defRPr>
            </a:lvl2pPr>
            <a:lvl3pPr algn="l">
              <a:buNone/>
              <a:defRPr sz="1725" b="1">
                <a:solidFill>
                  <a:srgbClr val="9AA5B1"/>
                </a:solidFill>
                <a:latin typeface="Arial"/>
                <a:ea typeface="Arial"/>
                <a:cs typeface="Arial"/>
              </a:defRPr>
            </a:lvl3pPr>
            <a:lvl4pPr algn="l">
              <a:buNone/>
              <a:defRPr sz="1725" b="1">
                <a:solidFill>
                  <a:srgbClr val="9AA5B1"/>
                </a:solidFill>
                <a:latin typeface="Arial"/>
                <a:ea typeface="Arial"/>
                <a:cs typeface="Arial"/>
              </a:defRPr>
            </a:lvl4pPr>
            <a:lvl5pPr algn="l">
              <a:buNone/>
              <a:defRPr sz="1725" b="1">
                <a:solidFill>
                  <a:srgbClr val="9AA5B1"/>
                </a:solidFill>
                <a:latin typeface="Arial"/>
                <a:ea typeface="Arial"/>
                <a:cs typeface="Arial"/>
              </a:defRPr>
            </a:lvl5pPr>
            <a:lvl6pPr algn="l">
              <a:buNone/>
              <a:defRPr sz="1725" b="1">
                <a:solidFill>
                  <a:srgbClr val="9AA5B1"/>
                </a:solidFill>
                <a:latin typeface="Arial"/>
                <a:ea typeface="Arial"/>
                <a:cs typeface="Arial"/>
              </a:defRPr>
            </a:lvl6pPr>
            <a:lvl7pPr algn="l">
              <a:buNone/>
              <a:defRPr sz="1725" b="1">
                <a:solidFill>
                  <a:srgbClr val="9AA5B1"/>
                </a:solidFill>
                <a:latin typeface="Arial"/>
                <a:ea typeface="Arial"/>
                <a:cs typeface="Arial"/>
              </a:defRPr>
            </a:lvl7pPr>
            <a:lvl8pPr algn="l">
              <a:buNone/>
              <a:defRPr sz="1725" b="1">
                <a:solidFill>
                  <a:srgbClr val="9AA5B1"/>
                </a:solidFill>
                <a:latin typeface="Arial"/>
                <a:ea typeface="Arial"/>
                <a:cs typeface="Arial"/>
              </a:defRPr>
            </a:lvl8pPr>
            <a:lvl9pPr algn="l">
              <a:buNone/>
              <a:defRPr sz="1725" b="1">
                <a:solidFill>
                  <a:srgbClr val="9AA5B1"/>
                </a:solidFill>
                <a:latin typeface="Arial"/>
                <a:ea typeface="Arial"/>
                <a:cs typeface="Arial"/>
              </a:defRPr>
            </a:lvl9pPr>
          </a:lstStyle>
          <a:p>
            <a:pPr algn="l">
              <a:buNone/>
              <a:defRPr sz="1725" b="1">
                <a:solidFill>
                  <a:srgbClr val="9AA5B1"/>
                </a:solidFill>
                <a:latin typeface="Arial"/>
                <a:ea typeface="Arial"/>
                <a:cs typeface="Arial"/>
              </a:defRPr>
            </a:pPr>
            <a:r>
              <a:rPr sz="1725" b="1">
                <a:solidFill>
                  <a:srgbClr val="9AA5B1"/>
                </a:solidFill>
                <a:latin typeface="Arial"/>
                <a:ea typeface="Arial"/>
                <a:cs typeface="Arial"/>
              </a:rPr>
              <a:t>Google Calendar API  [planned]</a:t>
            </a:r>
          </a:p>
        </p:txBody>
      </p:sp>
      <p:sp>
        <p:nvSpPr>
          <p:cNvPr id="11" name="직사각형 10">
            <a:extLst>
              <a:ext uri="{FF2B5EF4-FFF2-40B4-BE49-F238E27FC236}">
                <a16:creationId xmlns:a16="http://schemas.microsoft.com/office/drawing/2014/main" id="{DDEEBDCB-8D41-4F6C-ACB4-C21333A118C8}"/>
              </a:ext>
            </a:extLst>
          </p:cNvPr>
          <p:cNvSpPr>
            <a:spLocks noGrp="1"/>
          </p:cNvSpPr>
          <p:nvPr/>
        </p:nvSpPr>
        <p:spPr>
          <a:xfrm>
            <a:off x="819150" y="5391150"/>
            <a:ext cx="4000500" cy="285750"/>
          </a:xfrm>
          <a:prstGeom prst="rect">
            <a:avLst/>
          </a:prstGeom>
          <a:noFill/>
          <a:ln w="0">
            <a:noFill/>
            <a:prstDash val="solid"/>
          </a:ln>
        </p:spPr>
        <p:txBody>
          <a:bodyPr wrap="square" lIns="0" tIns="0" rIns="0" bIns="0" anchor="t">
            <a:normAutofit/>
          </a:bodyPr>
          <a:lstStyle>
            <a:defPPr algn="l">
              <a:defRPr sz="1500" b="0">
                <a:solidFill>
                  <a:srgbClr val="1F2933"/>
                </a:solidFill>
                <a:latin typeface="Arial"/>
                <a:ea typeface="Arial"/>
                <a:cs typeface="Arial"/>
              </a:defRPr>
            </a:defPPr>
            <a:lvl1pPr algn="l">
              <a:buNone/>
              <a:defRPr sz="1500" b="0">
                <a:solidFill>
                  <a:srgbClr val="1F2933"/>
                </a:solidFill>
                <a:latin typeface="Arial"/>
                <a:ea typeface="Arial"/>
                <a:cs typeface="Arial"/>
              </a:defRPr>
            </a:lvl1pPr>
            <a:lvl2pPr algn="l">
              <a:buNone/>
              <a:defRPr sz="1500" b="0">
                <a:solidFill>
                  <a:srgbClr val="1F2933"/>
                </a:solidFill>
                <a:latin typeface="Arial"/>
                <a:ea typeface="Arial"/>
                <a:cs typeface="Arial"/>
              </a:defRPr>
            </a:lvl2pPr>
            <a:lvl3pPr algn="l">
              <a:buNone/>
              <a:defRPr sz="1500" b="0">
                <a:solidFill>
                  <a:srgbClr val="1F2933"/>
                </a:solidFill>
                <a:latin typeface="Arial"/>
                <a:ea typeface="Arial"/>
                <a:cs typeface="Arial"/>
              </a:defRPr>
            </a:lvl3pPr>
            <a:lvl4pPr algn="l">
              <a:buNone/>
              <a:defRPr sz="1500" b="0">
                <a:solidFill>
                  <a:srgbClr val="1F2933"/>
                </a:solidFill>
                <a:latin typeface="Arial"/>
                <a:ea typeface="Arial"/>
                <a:cs typeface="Arial"/>
              </a:defRPr>
            </a:lvl4pPr>
            <a:lvl5pPr algn="l">
              <a:buNone/>
              <a:defRPr sz="1500" b="0">
                <a:solidFill>
                  <a:srgbClr val="1F2933"/>
                </a:solidFill>
                <a:latin typeface="Arial"/>
                <a:ea typeface="Arial"/>
                <a:cs typeface="Arial"/>
              </a:defRPr>
            </a:lvl5pPr>
            <a:lvl6pPr algn="l">
              <a:buNone/>
              <a:defRPr sz="1500" b="0">
                <a:solidFill>
                  <a:srgbClr val="1F2933"/>
                </a:solidFill>
                <a:latin typeface="Arial"/>
                <a:ea typeface="Arial"/>
                <a:cs typeface="Arial"/>
              </a:defRPr>
            </a:lvl6pPr>
            <a:lvl7pPr algn="l">
              <a:buNone/>
              <a:defRPr sz="1500" b="0">
                <a:solidFill>
                  <a:srgbClr val="1F2933"/>
                </a:solidFill>
                <a:latin typeface="Arial"/>
                <a:ea typeface="Arial"/>
                <a:cs typeface="Arial"/>
              </a:defRPr>
            </a:lvl7pPr>
            <a:lvl8pPr algn="l">
              <a:buNone/>
              <a:defRPr sz="1500" b="0">
                <a:solidFill>
                  <a:srgbClr val="1F2933"/>
                </a:solidFill>
                <a:latin typeface="Arial"/>
                <a:ea typeface="Arial"/>
                <a:cs typeface="Arial"/>
              </a:defRPr>
            </a:lvl8pPr>
            <a:lvl9pPr algn="l">
              <a:buNone/>
              <a:defRPr sz="1500" b="0">
                <a:solidFill>
                  <a:srgbClr val="1F2933"/>
                </a:solidFill>
                <a:latin typeface="Arial"/>
                <a:ea typeface="Arial"/>
                <a:cs typeface="Arial"/>
              </a:defRPr>
            </a:lvl9pPr>
          </a:lstStyle>
          <a:p>
            <a:pPr algn="l">
              <a:buNone/>
              <a:defRPr sz="1500" b="0">
                <a:solidFill>
                  <a:srgbClr val="1F2933"/>
                </a:solidFill>
                <a:latin typeface="Arial"/>
                <a:ea typeface="Arial"/>
                <a:cs typeface="Arial"/>
              </a:defRPr>
            </a:pPr>
            <a:r>
              <a:rPr sz="1500" b="0">
                <a:solidFill>
                  <a:srgbClr val="1F2933"/>
                </a:solidFill>
                <a:latin typeface="Arial"/>
                <a:ea typeface="Arial"/>
                <a:cs typeface="Arial"/>
              </a:rPr>
              <a:t>Approved calendar events</a:t>
            </a:r>
          </a:p>
        </p:txBody>
      </p:sp>
      <p:sp>
        <p:nvSpPr>
          <p:cNvPr id="12" name="직사각형 11">
            <a:extLst>
              <a:ext uri="{FF2B5EF4-FFF2-40B4-BE49-F238E27FC236}">
                <a16:creationId xmlns:a16="http://schemas.microsoft.com/office/drawing/2014/main" id="{BA8BF757-C668-4857-AFDA-2EAADC8536D3}"/>
              </a:ext>
            </a:extLst>
          </p:cNvPr>
          <p:cNvSpPr>
            <a:spLocks noGrp="1"/>
          </p:cNvSpPr>
          <p:nvPr/>
        </p:nvSpPr>
        <p:spPr>
          <a:xfrm>
            <a:off x="6724650" y="2400300"/>
            <a:ext cx="4095750" cy="323850"/>
          </a:xfrm>
          <a:prstGeom prst="rect">
            <a:avLst/>
          </a:prstGeom>
          <a:noFill/>
          <a:ln w="0">
            <a:noFill/>
            <a:prstDash val="solid"/>
          </a:ln>
        </p:spPr>
        <p:txBody>
          <a:bodyPr wrap="square" lIns="0" tIns="0" rIns="0" bIns="0" anchor="t">
            <a:normAutofit/>
          </a:bodyPr>
          <a:lstStyle>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a:pPr algn="l">
              <a:buNone/>
              <a:defRPr sz="1875" b="1">
                <a:solidFill>
                  <a:srgbClr val="102A43"/>
                </a:solidFill>
                <a:latin typeface="Arial"/>
                <a:ea typeface="Arial"/>
                <a:cs typeface="Arial"/>
              </a:defRPr>
            </a:pPr>
            <a:r>
              <a:rPr sz="1875" b="1">
                <a:solidFill>
                  <a:srgbClr val="102A43"/>
                </a:solidFill>
                <a:latin typeface="Arial"/>
                <a:ea typeface="Arial"/>
                <a:cs typeface="Arial"/>
              </a:rPr>
              <a:t>users</a:t>
            </a:r>
          </a:p>
        </p:txBody>
      </p:sp>
      <p:sp>
        <p:nvSpPr>
          <p:cNvPr id="13" name="직사각형 12">
            <a:extLst>
              <a:ext uri="{FF2B5EF4-FFF2-40B4-BE49-F238E27FC236}">
                <a16:creationId xmlns:a16="http://schemas.microsoft.com/office/drawing/2014/main" id="{52201B68-7C1E-4113-995C-5AE7AB188FEF}"/>
              </a:ext>
            </a:extLst>
          </p:cNvPr>
          <p:cNvSpPr>
            <a:spLocks noGrp="1"/>
          </p:cNvSpPr>
          <p:nvPr/>
        </p:nvSpPr>
        <p:spPr>
          <a:xfrm>
            <a:off x="6724650" y="2819400"/>
            <a:ext cx="4286250" cy="5143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Account email and display name</a:t>
            </a:r>
          </a:p>
        </p:txBody>
      </p:sp>
      <p:sp>
        <p:nvSpPr>
          <p:cNvPr id="14" name="직선 연결선 13">
            <a:extLst>
              <a:ext uri="{FF2B5EF4-FFF2-40B4-BE49-F238E27FC236}">
                <a16:creationId xmlns:a16="http://schemas.microsoft.com/office/drawing/2014/main" id="{C7F17767-FAEB-41A4-BE09-A35678DB49EC}"/>
              </a:ext>
            </a:extLst>
          </p:cNvPr>
          <p:cNvSpPr>
            <a:spLocks noGrp="1"/>
          </p:cNvSpPr>
          <p:nvPr/>
        </p:nvSpPr>
        <p:spPr>
          <a:xfrm>
            <a:off x="6724650" y="3371850"/>
            <a:ext cx="4286250" cy="0"/>
          </a:xfrm>
          <a:prstGeom prst="line">
            <a:avLst/>
          </a:prstGeom>
          <a:noFill/>
          <a:ln w="9525">
            <a:solidFill>
              <a:srgbClr val="EEF1F4"/>
            </a:solidFill>
            <a:prstDash val="solid"/>
          </a:ln>
        </p:spPr>
        <p:txBody>
          <a:bodyPr/>
          <a:lstStyle/>
          <a:p>
            <a:endParaRPr lang="ko-KR" altLang="en-US"/>
          </a:p>
        </p:txBody>
      </p:sp>
      <p:sp>
        <p:nvSpPr>
          <p:cNvPr id="15" name="직사각형 14">
            <a:extLst>
              <a:ext uri="{FF2B5EF4-FFF2-40B4-BE49-F238E27FC236}">
                <a16:creationId xmlns:a16="http://schemas.microsoft.com/office/drawing/2014/main" id="{C0857639-E857-48C7-802F-165B18269042}"/>
              </a:ext>
            </a:extLst>
          </p:cNvPr>
          <p:cNvSpPr>
            <a:spLocks noGrp="1"/>
          </p:cNvSpPr>
          <p:nvPr/>
        </p:nvSpPr>
        <p:spPr>
          <a:xfrm>
            <a:off x="6724650" y="3505200"/>
            <a:ext cx="4095750" cy="323850"/>
          </a:xfrm>
          <a:prstGeom prst="rect">
            <a:avLst/>
          </a:prstGeom>
          <a:noFill/>
          <a:ln w="0">
            <a:noFill/>
            <a:prstDash val="solid"/>
          </a:ln>
        </p:spPr>
        <p:txBody>
          <a:bodyPr wrap="square" lIns="0" tIns="0" rIns="0" bIns="0" anchor="t">
            <a:normAutofit/>
          </a:bodyPr>
          <a:lstStyle>
            <a:defPPr algn="l">
              <a:defRPr sz="1875" b="1">
                <a:solidFill>
                  <a:srgbClr val="008C8C"/>
                </a:solidFill>
                <a:latin typeface="Arial"/>
                <a:ea typeface="Arial"/>
                <a:cs typeface="Arial"/>
              </a:defRPr>
            </a:defPPr>
            <a:lvl1pPr algn="l">
              <a:buNone/>
              <a:defRPr sz="1875" b="1">
                <a:solidFill>
                  <a:srgbClr val="008C8C"/>
                </a:solidFill>
                <a:latin typeface="Arial"/>
                <a:ea typeface="Arial"/>
                <a:cs typeface="Arial"/>
              </a:defRPr>
            </a:lvl1pPr>
            <a:lvl2pPr algn="l">
              <a:buNone/>
              <a:defRPr sz="1875" b="1">
                <a:solidFill>
                  <a:srgbClr val="008C8C"/>
                </a:solidFill>
                <a:latin typeface="Arial"/>
                <a:ea typeface="Arial"/>
                <a:cs typeface="Arial"/>
              </a:defRPr>
            </a:lvl2pPr>
            <a:lvl3pPr algn="l">
              <a:buNone/>
              <a:defRPr sz="1875" b="1">
                <a:solidFill>
                  <a:srgbClr val="008C8C"/>
                </a:solidFill>
                <a:latin typeface="Arial"/>
                <a:ea typeface="Arial"/>
                <a:cs typeface="Arial"/>
              </a:defRPr>
            </a:lvl3pPr>
            <a:lvl4pPr algn="l">
              <a:buNone/>
              <a:defRPr sz="1875" b="1">
                <a:solidFill>
                  <a:srgbClr val="008C8C"/>
                </a:solidFill>
                <a:latin typeface="Arial"/>
                <a:ea typeface="Arial"/>
                <a:cs typeface="Arial"/>
              </a:defRPr>
            </a:lvl4pPr>
            <a:lvl5pPr algn="l">
              <a:buNone/>
              <a:defRPr sz="1875" b="1">
                <a:solidFill>
                  <a:srgbClr val="008C8C"/>
                </a:solidFill>
                <a:latin typeface="Arial"/>
                <a:ea typeface="Arial"/>
                <a:cs typeface="Arial"/>
              </a:defRPr>
            </a:lvl5pPr>
            <a:lvl6pPr algn="l">
              <a:buNone/>
              <a:defRPr sz="1875" b="1">
                <a:solidFill>
                  <a:srgbClr val="008C8C"/>
                </a:solidFill>
                <a:latin typeface="Arial"/>
                <a:ea typeface="Arial"/>
                <a:cs typeface="Arial"/>
              </a:defRPr>
            </a:lvl6pPr>
            <a:lvl7pPr algn="l">
              <a:buNone/>
              <a:defRPr sz="1875" b="1">
                <a:solidFill>
                  <a:srgbClr val="008C8C"/>
                </a:solidFill>
                <a:latin typeface="Arial"/>
                <a:ea typeface="Arial"/>
                <a:cs typeface="Arial"/>
              </a:defRPr>
            </a:lvl7pPr>
            <a:lvl8pPr algn="l">
              <a:buNone/>
              <a:defRPr sz="1875" b="1">
                <a:solidFill>
                  <a:srgbClr val="008C8C"/>
                </a:solidFill>
                <a:latin typeface="Arial"/>
                <a:ea typeface="Arial"/>
                <a:cs typeface="Arial"/>
              </a:defRPr>
            </a:lvl8pPr>
            <a:lvl9pPr algn="l">
              <a:buNone/>
              <a:defRPr sz="1875" b="1">
                <a:solidFill>
                  <a:srgbClr val="008C8C"/>
                </a:solidFill>
                <a:latin typeface="Arial"/>
                <a:ea typeface="Arial"/>
                <a:cs typeface="Arial"/>
              </a:defRPr>
            </a:lvl9pPr>
          </a:lstStyle>
          <a:p>
            <a:pPr algn="l">
              <a:buNone/>
              <a:defRPr sz="1875" b="1">
                <a:solidFill>
                  <a:srgbClr val="008C8C"/>
                </a:solidFill>
                <a:latin typeface="Arial"/>
                <a:ea typeface="Arial"/>
                <a:cs typeface="Arial"/>
              </a:defRPr>
            </a:pPr>
            <a:r>
              <a:rPr sz="1875" b="1">
                <a:solidFill>
                  <a:srgbClr val="008C8C"/>
                </a:solidFill>
                <a:latin typeface="Arial"/>
                <a:ea typeface="Arial"/>
                <a:cs typeface="Arial"/>
              </a:rPr>
              <a:t>message_priorities</a:t>
            </a:r>
          </a:p>
        </p:txBody>
      </p:sp>
      <p:sp>
        <p:nvSpPr>
          <p:cNvPr id="16" name="직사각형 15">
            <a:extLst>
              <a:ext uri="{FF2B5EF4-FFF2-40B4-BE49-F238E27FC236}">
                <a16:creationId xmlns:a16="http://schemas.microsoft.com/office/drawing/2014/main" id="{1FC7E037-6092-4CC7-8CB3-0AAC7C1760D5}"/>
              </a:ext>
            </a:extLst>
          </p:cNvPr>
          <p:cNvSpPr>
            <a:spLocks noGrp="1"/>
          </p:cNvSpPr>
          <p:nvPr/>
        </p:nvSpPr>
        <p:spPr>
          <a:xfrm>
            <a:off x="6724650" y="3924300"/>
            <a:ext cx="4286250" cy="5143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Current priority, source, reason, signals, timestamps</a:t>
            </a:r>
          </a:p>
        </p:txBody>
      </p:sp>
      <p:sp>
        <p:nvSpPr>
          <p:cNvPr id="17" name="직선 연결선 16">
            <a:extLst>
              <a:ext uri="{FF2B5EF4-FFF2-40B4-BE49-F238E27FC236}">
                <a16:creationId xmlns:a16="http://schemas.microsoft.com/office/drawing/2014/main" id="{671DB63D-A011-4BFD-A174-D406F9CBDCE1}"/>
              </a:ext>
            </a:extLst>
          </p:cNvPr>
          <p:cNvSpPr>
            <a:spLocks noGrp="1"/>
          </p:cNvSpPr>
          <p:nvPr/>
        </p:nvSpPr>
        <p:spPr>
          <a:xfrm>
            <a:off x="6724650" y="4476750"/>
            <a:ext cx="4286250" cy="0"/>
          </a:xfrm>
          <a:prstGeom prst="line">
            <a:avLst/>
          </a:prstGeom>
          <a:noFill/>
          <a:ln w="9525">
            <a:solidFill>
              <a:srgbClr val="EEF1F4"/>
            </a:solidFill>
            <a:prstDash val="solid"/>
          </a:ln>
        </p:spPr>
        <p:txBody>
          <a:bodyPr/>
          <a:lstStyle/>
          <a:p>
            <a:endParaRPr lang="ko-KR" altLang="en-US"/>
          </a:p>
        </p:txBody>
      </p:sp>
      <p:sp>
        <p:nvSpPr>
          <p:cNvPr id="18" name="직사각형 17">
            <a:extLst>
              <a:ext uri="{FF2B5EF4-FFF2-40B4-BE49-F238E27FC236}">
                <a16:creationId xmlns:a16="http://schemas.microsoft.com/office/drawing/2014/main" id="{3F2DB136-C483-4364-8230-ED2E590A1AF1}"/>
              </a:ext>
            </a:extLst>
          </p:cNvPr>
          <p:cNvSpPr>
            <a:spLocks noGrp="1"/>
          </p:cNvSpPr>
          <p:nvPr/>
        </p:nvSpPr>
        <p:spPr>
          <a:xfrm>
            <a:off x="6724650" y="4610100"/>
            <a:ext cx="4095750" cy="323850"/>
          </a:xfrm>
          <a:prstGeom prst="rect">
            <a:avLst/>
          </a:prstGeom>
          <a:noFill/>
          <a:ln w="0">
            <a:noFill/>
            <a:prstDash val="solid"/>
          </a:ln>
        </p:spPr>
        <p:txBody>
          <a:bodyPr wrap="square" lIns="0" tIns="0" rIns="0" bIns="0" anchor="t">
            <a:normAutofit/>
          </a:bodyPr>
          <a:lstStyle>
            <a:defPPr algn="l">
              <a:defRPr sz="1875" b="1">
                <a:solidFill>
                  <a:srgbClr val="102A43"/>
                </a:solidFill>
                <a:latin typeface="Arial"/>
                <a:ea typeface="Arial"/>
                <a:cs typeface="Arial"/>
              </a:defRPr>
            </a:defPPr>
            <a:lvl1pPr algn="l">
              <a:buNone/>
              <a:defRPr sz="1875" b="1">
                <a:solidFill>
                  <a:srgbClr val="102A43"/>
                </a:solidFill>
                <a:latin typeface="Arial"/>
                <a:ea typeface="Arial"/>
                <a:cs typeface="Arial"/>
              </a:defRPr>
            </a:lvl1pPr>
            <a:lvl2pPr algn="l">
              <a:buNone/>
              <a:defRPr sz="1875" b="1">
                <a:solidFill>
                  <a:srgbClr val="102A43"/>
                </a:solidFill>
                <a:latin typeface="Arial"/>
                <a:ea typeface="Arial"/>
                <a:cs typeface="Arial"/>
              </a:defRPr>
            </a:lvl2pPr>
            <a:lvl3pPr algn="l">
              <a:buNone/>
              <a:defRPr sz="1875" b="1">
                <a:solidFill>
                  <a:srgbClr val="102A43"/>
                </a:solidFill>
                <a:latin typeface="Arial"/>
                <a:ea typeface="Arial"/>
                <a:cs typeface="Arial"/>
              </a:defRPr>
            </a:lvl3pPr>
            <a:lvl4pPr algn="l">
              <a:buNone/>
              <a:defRPr sz="1875" b="1">
                <a:solidFill>
                  <a:srgbClr val="102A43"/>
                </a:solidFill>
                <a:latin typeface="Arial"/>
                <a:ea typeface="Arial"/>
                <a:cs typeface="Arial"/>
              </a:defRPr>
            </a:lvl4pPr>
            <a:lvl5pPr algn="l">
              <a:buNone/>
              <a:defRPr sz="1875" b="1">
                <a:solidFill>
                  <a:srgbClr val="102A43"/>
                </a:solidFill>
                <a:latin typeface="Arial"/>
                <a:ea typeface="Arial"/>
                <a:cs typeface="Arial"/>
              </a:defRPr>
            </a:lvl5pPr>
            <a:lvl6pPr algn="l">
              <a:buNone/>
              <a:defRPr sz="1875" b="1">
                <a:solidFill>
                  <a:srgbClr val="102A43"/>
                </a:solidFill>
                <a:latin typeface="Arial"/>
                <a:ea typeface="Arial"/>
                <a:cs typeface="Arial"/>
              </a:defRPr>
            </a:lvl6pPr>
            <a:lvl7pPr algn="l">
              <a:buNone/>
              <a:defRPr sz="1875" b="1">
                <a:solidFill>
                  <a:srgbClr val="102A43"/>
                </a:solidFill>
                <a:latin typeface="Arial"/>
                <a:ea typeface="Arial"/>
                <a:cs typeface="Arial"/>
              </a:defRPr>
            </a:lvl7pPr>
            <a:lvl8pPr algn="l">
              <a:buNone/>
              <a:defRPr sz="1875" b="1">
                <a:solidFill>
                  <a:srgbClr val="102A43"/>
                </a:solidFill>
                <a:latin typeface="Arial"/>
                <a:ea typeface="Arial"/>
                <a:cs typeface="Arial"/>
              </a:defRPr>
            </a:lvl8pPr>
            <a:lvl9pPr algn="l">
              <a:buNone/>
              <a:defRPr sz="1875" b="1">
                <a:solidFill>
                  <a:srgbClr val="102A43"/>
                </a:solidFill>
                <a:latin typeface="Arial"/>
                <a:ea typeface="Arial"/>
                <a:cs typeface="Arial"/>
              </a:defRPr>
            </a:lvl9pPr>
          </a:lstStyle>
          <a:p>
            <a:pPr algn="l">
              <a:buNone/>
              <a:defRPr sz="1875" b="1">
                <a:solidFill>
                  <a:srgbClr val="102A43"/>
                </a:solidFill>
                <a:latin typeface="Arial"/>
                <a:ea typeface="Arial"/>
                <a:cs typeface="Arial"/>
              </a:defRPr>
            </a:pPr>
            <a:r>
              <a:rPr sz="1875" b="1">
                <a:solidFill>
                  <a:srgbClr val="102A43"/>
                </a:solidFill>
                <a:latin typeface="Arial"/>
                <a:ea typeface="Arial"/>
                <a:cs typeface="Arial"/>
              </a:rPr>
              <a:t>priority_events</a:t>
            </a:r>
          </a:p>
        </p:txBody>
      </p:sp>
      <p:sp>
        <p:nvSpPr>
          <p:cNvPr id="19" name="직사각형 18">
            <a:extLst>
              <a:ext uri="{FF2B5EF4-FFF2-40B4-BE49-F238E27FC236}">
                <a16:creationId xmlns:a16="http://schemas.microsoft.com/office/drawing/2014/main" id="{74DA8735-5A50-4E95-AD17-E392C7B40CBE}"/>
              </a:ext>
            </a:extLst>
          </p:cNvPr>
          <p:cNvSpPr>
            <a:spLocks noGrp="1"/>
          </p:cNvSpPr>
          <p:nvPr/>
        </p:nvSpPr>
        <p:spPr>
          <a:xfrm>
            <a:off x="6724650" y="5029200"/>
            <a:ext cx="4286250" cy="5143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lnSpc>
                <a:spcPct val="108000"/>
              </a:lnSpc>
              <a:buNone/>
              <a:defRPr sz="1350" b="0">
                <a:solidFill>
                  <a:srgbClr val="1F2933"/>
                </a:solidFill>
                <a:latin typeface="Arial"/>
                <a:ea typeface="Arial"/>
                <a:cs typeface="Arial"/>
              </a:defRPr>
            </a:pPr>
            <a:r>
              <a:rPr sz="1350" b="0">
                <a:solidFill>
                  <a:srgbClr val="1F2933"/>
                </a:solidFill>
                <a:latin typeface="Arial"/>
                <a:ea typeface="Arial"/>
                <a:cs typeface="Arial"/>
              </a:rPr>
              <a:t>Previous and new priority with change history</a:t>
            </a:r>
          </a:p>
        </p:txBody>
      </p:sp>
      <p:sp>
        <p:nvSpPr>
          <p:cNvPr id="20" name="직사각형 19">
            <a:extLst>
              <a:ext uri="{FF2B5EF4-FFF2-40B4-BE49-F238E27FC236}">
                <a16:creationId xmlns:a16="http://schemas.microsoft.com/office/drawing/2014/main" id="{A5815654-BAE8-4507-9449-6F22BD0829C9}"/>
              </a:ext>
            </a:extLst>
          </p:cNvPr>
          <p:cNvSpPr>
            <a:spLocks noGrp="1"/>
          </p:cNvSpPr>
          <p:nvPr/>
        </p:nvSpPr>
        <p:spPr>
          <a:xfrm>
            <a:off x="6724650" y="5753100"/>
            <a:ext cx="1714500" cy="247650"/>
          </a:xfrm>
          <a:prstGeom prst="rect">
            <a:avLst/>
          </a:prstGeom>
          <a:noFill/>
          <a:ln w="0">
            <a:noFill/>
            <a:prstDash val="solid"/>
          </a:ln>
        </p:spPr>
        <p:txBody>
          <a:bodyPr wrap="square" lIns="0" tIns="0" rIns="0" bIns="0" anchor="t">
            <a:normAutofit/>
          </a:bodyPr>
          <a:lstStyle>
            <a:defPPr algn="l">
              <a:defRPr sz="1275" b="1">
                <a:solidFill>
                  <a:srgbClr val="9AA5B1"/>
                </a:solidFill>
                <a:latin typeface="Arial"/>
                <a:ea typeface="Arial"/>
                <a:cs typeface="Arial"/>
              </a:defRPr>
            </a:defPPr>
            <a:lvl1pPr algn="l">
              <a:buNone/>
              <a:defRPr sz="1275" b="1">
                <a:solidFill>
                  <a:srgbClr val="9AA5B1"/>
                </a:solidFill>
                <a:latin typeface="Arial"/>
                <a:ea typeface="Arial"/>
                <a:cs typeface="Arial"/>
              </a:defRPr>
            </a:lvl1pPr>
            <a:lvl2pPr algn="l">
              <a:buNone/>
              <a:defRPr sz="1275" b="1">
                <a:solidFill>
                  <a:srgbClr val="9AA5B1"/>
                </a:solidFill>
                <a:latin typeface="Arial"/>
                <a:ea typeface="Arial"/>
                <a:cs typeface="Arial"/>
              </a:defRPr>
            </a:lvl2pPr>
            <a:lvl3pPr algn="l">
              <a:buNone/>
              <a:defRPr sz="1275" b="1">
                <a:solidFill>
                  <a:srgbClr val="9AA5B1"/>
                </a:solidFill>
                <a:latin typeface="Arial"/>
                <a:ea typeface="Arial"/>
                <a:cs typeface="Arial"/>
              </a:defRPr>
            </a:lvl3pPr>
            <a:lvl4pPr algn="l">
              <a:buNone/>
              <a:defRPr sz="1275" b="1">
                <a:solidFill>
                  <a:srgbClr val="9AA5B1"/>
                </a:solidFill>
                <a:latin typeface="Arial"/>
                <a:ea typeface="Arial"/>
                <a:cs typeface="Arial"/>
              </a:defRPr>
            </a:lvl4pPr>
            <a:lvl5pPr algn="l">
              <a:buNone/>
              <a:defRPr sz="1275" b="1">
                <a:solidFill>
                  <a:srgbClr val="9AA5B1"/>
                </a:solidFill>
                <a:latin typeface="Arial"/>
                <a:ea typeface="Arial"/>
                <a:cs typeface="Arial"/>
              </a:defRPr>
            </a:lvl5pPr>
            <a:lvl6pPr algn="l">
              <a:buNone/>
              <a:defRPr sz="1275" b="1">
                <a:solidFill>
                  <a:srgbClr val="9AA5B1"/>
                </a:solidFill>
                <a:latin typeface="Arial"/>
                <a:ea typeface="Arial"/>
                <a:cs typeface="Arial"/>
              </a:defRPr>
            </a:lvl6pPr>
            <a:lvl7pPr algn="l">
              <a:buNone/>
              <a:defRPr sz="1275" b="1">
                <a:solidFill>
                  <a:srgbClr val="9AA5B1"/>
                </a:solidFill>
                <a:latin typeface="Arial"/>
                <a:ea typeface="Arial"/>
                <a:cs typeface="Arial"/>
              </a:defRPr>
            </a:lvl7pPr>
            <a:lvl8pPr algn="l">
              <a:buNone/>
              <a:defRPr sz="1275" b="1">
                <a:solidFill>
                  <a:srgbClr val="9AA5B1"/>
                </a:solidFill>
                <a:latin typeface="Arial"/>
                <a:ea typeface="Arial"/>
                <a:cs typeface="Arial"/>
              </a:defRPr>
            </a:lvl8pPr>
            <a:lvl9pPr algn="l">
              <a:buNone/>
              <a:defRPr sz="1275" b="1">
                <a:solidFill>
                  <a:srgbClr val="9AA5B1"/>
                </a:solidFill>
                <a:latin typeface="Arial"/>
                <a:ea typeface="Arial"/>
                <a:cs typeface="Arial"/>
              </a:defRPr>
            </a:lvl9pPr>
          </a:lstStyle>
          <a:p>
            <a:pPr algn="l">
              <a:buNone/>
              <a:defRPr sz="1275" b="1">
                <a:solidFill>
                  <a:srgbClr val="9AA5B1"/>
                </a:solidFill>
                <a:latin typeface="Arial"/>
                <a:ea typeface="Arial"/>
                <a:cs typeface="Arial"/>
              </a:defRPr>
            </a:pPr>
            <a:r>
              <a:rPr sz="1275" b="1">
                <a:solidFill>
                  <a:srgbClr val="9AA5B1"/>
                </a:solidFill>
                <a:latin typeface="Arial"/>
                <a:ea typeface="Arial"/>
                <a:cs typeface="Arial"/>
              </a:rPr>
              <a:t>Production change</a:t>
            </a:r>
          </a:p>
        </p:txBody>
      </p:sp>
      <p:sp>
        <p:nvSpPr>
          <p:cNvPr id="21" name="직사각형 20">
            <a:extLst>
              <a:ext uri="{FF2B5EF4-FFF2-40B4-BE49-F238E27FC236}">
                <a16:creationId xmlns:a16="http://schemas.microsoft.com/office/drawing/2014/main" id="{235AED05-9B18-4F17-B5DC-642CD85CFED9}"/>
              </a:ext>
            </a:extLst>
          </p:cNvPr>
          <p:cNvSpPr>
            <a:spLocks noGrp="1"/>
          </p:cNvSpPr>
          <p:nvPr/>
        </p:nvSpPr>
        <p:spPr>
          <a:xfrm>
            <a:off x="8496300" y="5734050"/>
            <a:ext cx="2762250" cy="476250"/>
          </a:xfrm>
          <a:prstGeom prst="rect">
            <a:avLst/>
          </a:prstGeom>
          <a:noFill/>
          <a:ln w="0">
            <a:noFill/>
            <a:prstDash val="solid"/>
          </a:ln>
        </p:spPr>
        <p:txBody>
          <a:bodyPr wrap="square" lIns="0" tIns="0" rIns="0" bIns="0" anchor="t">
            <a:normAutofit/>
          </a:bodyPr>
          <a:lstStyle>
            <a:defPPr algn="l">
              <a:defRPr sz="1275" b="0">
                <a:solidFill>
                  <a:srgbClr val="627D98"/>
                </a:solidFill>
                <a:latin typeface="Arial"/>
                <a:ea typeface="Arial"/>
                <a:cs typeface="Arial"/>
              </a:defRPr>
            </a:defPPr>
            <a:lvl1pPr algn="l">
              <a:buNone/>
              <a:defRPr sz="1275" b="0">
                <a:solidFill>
                  <a:srgbClr val="627D98"/>
                </a:solidFill>
                <a:latin typeface="Arial"/>
                <a:ea typeface="Arial"/>
                <a:cs typeface="Arial"/>
              </a:defRPr>
            </a:lvl1pPr>
            <a:lvl2pPr algn="l">
              <a:buNone/>
              <a:defRPr sz="1275" b="0">
                <a:solidFill>
                  <a:srgbClr val="627D98"/>
                </a:solidFill>
                <a:latin typeface="Arial"/>
                <a:ea typeface="Arial"/>
                <a:cs typeface="Arial"/>
              </a:defRPr>
            </a:lvl2pPr>
            <a:lvl3pPr algn="l">
              <a:buNone/>
              <a:defRPr sz="1275" b="0">
                <a:solidFill>
                  <a:srgbClr val="627D98"/>
                </a:solidFill>
                <a:latin typeface="Arial"/>
                <a:ea typeface="Arial"/>
                <a:cs typeface="Arial"/>
              </a:defRPr>
            </a:lvl3pPr>
            <a:lvl4pPr algn="l">
              <a:buNone/>
              <a:defRPr sz="1275" b="0">
                <a:solidFill>
                  <a:srgbClr val="627D98"/>
                </a:solidFill>
                <a:latin typeface="Arial"/>
                <a:ea typeface="Arial"/>
                <a:cs typeface="Arial"/>
              </a:defRPr>
            </a:lvl4pPr>
            <a:lvl5pPr algn="l">
              <a:buNone/>
              <a:defRPr sz="1275" b="0">
                <a:solidFill>
                  <a:srgbClr val="627D98"/>
                </a:solidFill>
                <a:latin typeface="Arial"/>
                <a:ea typeface="Arial"/>
                <a:cs typeface="Arial"/>
              </a:defRPr>
            </a:lvl5pPr>
            <a:lvl6pPr algn="l">
              <a:buNone/>
              <a:defRPr sz="1275" b="0">
                <a:solidFill>
                  <a:srgbClr val="627D98"/>
                </a:solidFill>
                <a:latin typeface="Arial"/>
                <a:ea typeface="Arial"/>
                <a:cs typeface="Arial"/>
              </a:defRPr>
            </a:lvl6pPr>
            <a:lvl7pPr algn="l">
              <a:buNone/>
              <a:defRPr sz="1275" b="0">
                <a:solidFill>
                  <a:srgbClr val="627D98"/>
                </a:solidFill>
                <a:latin typeface="Arial"/>
                <a:ea typeface="Arial"/>
                <a:cs typeface="Arial"/>
              </a:defRPr>
            </a:lvl7pPr>
            <a:lvl8pPr algn="l">
              <a:buNone/>
              <a:defRPr sz="1275" b="0">
                <a:solidFill>
                  <a:srgbClr val="627D98"/>
                </a:solidFill>
                <a:latin typeface="Arial"/>
                <a:ea typeface="Arial"/>
                <a:cs typeface="Arial"/>
              </a:defRPr>
            </a:lvl8pPr>
            <a:lvl9pPr algn="l">
              <a:buNone/>
              <a:defRPr sz="1275" b="0">
                <a:solidFill>
                  <a:srgbClr val="627D98"/>
                </a:solidFill>
                <a:latin typeface="Arial"/>
                <a:ea typeface="Arial"/>
                <a:cs typeface="Arial"/>
              </a:defRPr>
            </a:lvl9pPr>
          </a:lstStyle>
          <a:p>
            <a:pPr algn="l">
              <a:buNone/>
              <a:defRPr sz="1275" b="0">
                <a:solidFill>
                  <a:srgbClr val="627D98"/>
                </a:solidFill>
                <a:latin typeface="Arial"/>
                <a:ea typeface="Arial"/>
                <a:cs typeface="Arial"/>
              </a:defRPr>
            </a:pPr>
            <a:r>
              <a:rPr sz="1275" b="0">
                <a:solidFill>
                  <a:srgbClr val="627D98"/>
                </a:solidFill>
                <a:latin typeface="Arial"/>
                <a:ea typeface="Arial"/>
                <a:cs typeface="Arial"/>
              </a:rPr>
              <a:t>Move metadata and encrypted sessions to PostgreSQL.</a:t>
            </a:r>
          </a:p>
        </p:txBody>
      </p:sp>
      <p:sp>
        <p:nvSpPr>
          <p:cNvPr id="22" name="직사각형 21">
            <a:extLst>
              <a:ext uri="{FF2B5EF4-FFF2-40B4-BE49-F238E27FC236}">
                <a16:creationId xmlns:a16="http://schemas.microsoft.com/office/drawing/2014/main" id="{DDB021B6-3C07-425A-A987-E967D2755868}"/>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23" name="직사각형 22">
            <a:extLst>
              <a:ext uri="{FF2B5EF4-FFF2-40B4-BE49-F238E27FC236}">
                <a16:creationId xmlns:a16="http://schemas.microsoft.com/office/drawing/2014/main" id="{ADA6B772-5ADB-42FA-8062-4CD6FCAE3F2E}"/>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07</a:t>
            </a:r>
          </a:p>
        </p:txBody>
      </p:sp>
    </p:spTree>
    <p:extLst>
      <p:ext uri="{BB962C8B-B14F-4D97-AF65-F5344CB8AC3E}">
        <p14:creationId xmlns:p14="http://schemas.microsoft.com/office/powerpoint/2010/main" val="529715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직사각형 33">
            <a:extLst>
              <a:ext uri="{FF2B5EF4-FFF2-40B4-BE49-F238E27FC236}">
                <a16:creationId xmlns:a16="http://schemas.microsoft.com/office/drawing/2014/main" id="{9D556DC4-8BE2-43B9-A611-26501E0146BF}"/>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Planned AI Draft flow</a:t>
            </a:r>
          </a:p>
        </p:txBody>
      </p:sp>
      <p:sp>
        <p:nvSpPr>
          <p:cNvPr id="2" name="직사각형 1">
            <a:extLst>
              <a:ext uri="{FF2B5EF4-FFF2-40B4-BE49-F238E27FC236}">
                <a16:creationId xmlns:a16="http://schemas.microsoft.com/office/drawing/2014/main" id="{8129AE8A-91B4-4518-BA95-3D6F29566C4F}"/>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MailFlow will generate an editable suggestion and create a Gmail draft only after approval</a:t>
            </a:r>
          </a:p>
        </p:txBody>
      </p:sp>
      <p:sp>
        <p:nvSpPr>
          <p:cNvPr id="3" name="직선 연결선 2">
            <a:extLst>
              <a:ext uri="{FF2B5EF4-FFF2-40B4-BE49-F238E27FC236}">
                <a16:creationId xmlns:a16="http://schemas.microsoft.com/office/drawing/2014/main" id="{AD0D69C5-9C7D-4907-935A-49CE4C08F66D}"/>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49339FE6-1F64-4D80-AB59-667916CF5887}"/>
              </a:ext>
            </a:extLst>
          </p:cNvPr>
          <p:cNvSpPr>
            <a:spLocks noGrp="1"/>
          </p:cNvSpPr>
          <p:nvPr/>
        </p:nvSpPr>
        <p:spPr>
          <a:xfrm>
            <a:off x="723900" y="1657350"/>
            <a:ext cx="1714500" cy="228600"/>
          </a:xfrm>
          <a:prstGeom prst="rect">
            <a:avLst/>
          </a:prstGeom>
          <a:noFill/>
          <a:ln w="0">
            <a:noFill/>
            <a:prstDash val="solid"/>
          </a:ln>
        </p:spPr>
        <p:txBody>
          <a:bodyPr wrap="square" lIns="0" tIns="0" rIns="0" bIns="0" anchor="t">
            <a:normAutofit/>
          </a:bodyPr>
          <a:lstStyle>
            <a:defPPr algn="l">
              <a:defRPr sz="1125" b="1">
                <a:solidFill>
                  <a:srgbClr val="9AA5B1"/>
                </a:solidFill>
                <a:latin typeface="Arial"/>
                <a:ea typeface="Arial"/>
                <a:cs typeface="Arial"/>
              </a:defRPr>
            </a:defPPr>
            <a:lvl1pPr algn="l">
              <a:buNone/>
              <a:defRPr sz="1125" b="1">
                <a:solidFill>
                  <a:srgbClr val="9AA5B1"/>
                </a:solidFill>
                <a:latin typeface="Arial"/>
                <a:ea typeface="Arial"/>
                <a:cs typeface="Arial"/>
              </a:defRPr>
            </a:lvl1pPr>
            <a:lvl2pPr algn="l">
              <a:buNone/>
              <a:defRPr sz="1125" b="1">
                <a:solidFill>
                  <a:srgbClr val="9AA5B1"/>
                </a:solidFill>
                <a:latin typeface="Arial"/>
                <a:ea typeface="Arial"/>
                <a:cs typeface="Arial"/>
              </a:defRPr>
            </a:lvl2pPr>
            <a:lvl3pPr algn="l">
              <a:buNone/>
              <a:defRPr sz="1125" b="1">
                <a:solidFill>
                  <a:srgbClr val="9AA5B1"/>
                </a:solidFill>
                <a:latin typeface="Arial"/>
                <a:ea typeface="Arial"/>
                <a:cs typeface="Arial"/>
              </a:defRPr>
            </a:lvl3pPr>
            <a:lvl4pPr algn="l">
              <a:buNone/>
              <a:defRPr sz="1125" b="1">
                <a:solidFill>
                  <a:srgbClr val="9AA5B1"/>
                </a:solidFill>
                <a:latin typeface="Arial"/>
                <a:ea typeface="Arial"/>
                <a:cs typeface="Arial"/>
              </a:defRPr>
            </a:lvl4pPr>
            <a:lvl5pPr algn="l">
              <a:buNone/>
              <a:defRPr sz="1125" b="1">
                <a:solidFill>
                  <a:srgbClr val="9AA5B1"/>
                </a:solidFill>
                <a:latin typeface="Arial"/>
                <a:ea typeface="Arial"/>
                <a:cs typeface="Arial"/>
              </a:defRPr>
            </a:lvl5pPr>
            <a:lvl6pPr algn="l">
              <a:buNone/>
              <a:defRPr sz="1125" b="1">
                <a:solidFill>
                  <a:srgbClr val="9AA5B1"/>
                </a:solidFill>
                <a:latin typeface="Arial"/>
                <a:ea typeface="Arial"/>
                <a:cs typeface="Arial"/>
              </a:defRPr>
            </a:lvl6pPr>
            <a:lvl7pPr algn="l">
              <a:buNone/>
              <a:defRPr sz="1125" b="1">
                <a:solidFill>
                  <a:srgbClr val="9AA5B1"/>
                </a:solidFill>
                <a:latin typeface="Arial"/>
                <a:ea typeface="Arial"/>
                <a:cs typeface="Arial"/>
              </a:defRPr>
            </a:lvl7pPr>
            <a:lvl8pPr algn="l">
              <a:buNone/>
              <a:defRPr sz="1125" b="1">
                <a:solidFill>
                  <a:srgbClr val="9AA5B1"/>
                </a:solidFill>
                <a:latin typeface="Arial"/>
                <a:ea typeface="Arial"/>
                <a:cs typeface="Arial"/>
              </a:defRPr>
            </a:lvl8pPr>
            <a:lvl9pPr algn="l">
              <a:buNone/>
              <a:defRPr sz="1125" b="1">
                <a:solidFill>
                  <a:srgbClr val="9AA5B1"/>
                </a:solidFill>
                <a:latin typeface="Arial"/>
                <a:ea typeface="Arial"/>
                <a:cs typeface="Arial"/>
              </a:defRPr>
            </a:lvl9pPr>
          </a:lstStyle>
          <a:p>
            <a:pPr algn="l">
              <a:buNone/>
              <a:defRPr sz="1125" b="1">
                <a:solidFill>
                  <a:srgbClr val="9AA5B1"/>
                </a:solidFill>
                <a:latin typeface="Arial"/>
                <a:ea typeface="Arial"/>
                <a:cs typeface="Arial"/>
              </a:defRPr>
            </a:pPr>
            <a:r>
              <a:rPr sz="1125" b="1">
                <a:solidFill>
                  <a:srgbClr val="9AA5B1"/>
                </a:solidFill>
                <a:latin typeface="Arial"/>
                <a:ea typeface="Arial"/>
                <a:cs typeface="Arial"/>
              </a:rPr>
              <a:t>PLANNED</a:t>
            </a:r>
          </a:p>
        </p:txBody>
      </p:sp>
      <p:sp>
        <p:nvSpPr>
          <p:cNvPr id="5" name="직선 연결선 4">
            <a:extLst>
              <a:ext uri="{FF2B5EF4-FFF2-40B4-BE49-F238E27FC236}">
                <a16:creationId xmlns:a16="http://schemas.microsoft.com/office/drawing/2014/main" id="{34402690-5766-4B69-B035-0A7A7DFC18DF}"/>
              </a:ext>
            </a:extLst>
          </p:cNvPr>
          <p:cNvSpPr>
            <a:spLocks noGrp="1"/>
          </p:cNvSpPr>
          <p:nvPr/>
        </p:nvSpPr>
        <p:spPr>
          <a:xfrm>
            <a:off x="723900" y="1924050"/>
            <a:ext cx="1524000" cy="0"/>
          </a:xfrm>
          <a:prstGeom prst="line">
            <a:avLst/>
          </a:prstGeom>
          <a:noFill/>
          <a:ln w="28575">
            <a:solidFill>
              <a:srgbClr val="9AA5B1"/>
            </a:solidFill>
            <a:prstDash val="dash"/>
          </a:ln>
        </p:spPr>
        <p:txBody>
          <a:bodyPr/>
          <a:lstStyle/>
          <a:p>
            <a:endParaRPr lang="ko-KR" altLang="en-US"/>
          </a:p>
        </p:txBody>
      </p:sp>
      <p:sp>
        <p:nvSpPr>
          <p:cNvPr id="6" name="사각형: 둥근 모서리 5">
            <a:extLst>
              <a:ext uri="{FF2B5EF4-FFF2-40B4-BE49-F238E27FC236}">
                <a16:creationId xmlns:a16="http://schemas.microsoft.com/office/drawing/2014/main" id="{A765AC98-BE6C-4ADD-9CCF-D6884C25D3BA}"/>
              </a:ext>
            </a:extLst>
          </p:cNvPr>
          <p:cNvSpPr>
            <a:spLocks noGrp="1"/>
          </p:cNvSpPr>
          <p:nvPr/>
        </p:nvSpPr>
        <p:spPr>
          <a:xfrm>
            <a:off x="438150" y="2343150"/>
            <a:ext cx="1562100" cy="628650"/>
          </a:xfrm>
          <a:prstGeom prst="roundRect">
            <a:avLst>
              <a:gd name="adj" fmla="val 18182"/>
            </a:avLst>
          </a:prstGeom>
          <a:solidFill>
            <a:srgbClr val="FFFFFF"/>
          </a:solidFill>
          <a:ln w="14288">
            <a:solidFill>
              <a:srgbClr val="243B53"/>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sz="1275" b="1">
                <a:solidFill>
                  <a:srgbClr val="1F2933"/>
                </a:solidFill>
                <a:latin typeface="Arial"/>
                <a:ea typeface="Arial"/>
                <a:cs typeface="Arial"/>
              </a:rPr>
              <a:t>Selected email</a:t>
            </a:r>
          </a:p>
        </p:txBody>
      </p:sp>
      <p:sp>
        <p:nvSpPr>
          <p:cNvPr id="7" name="직사각형 6">
            <a:extLst>
              <a:ext uri="{FF2B5EF4-FFF2-40B4-BE49-F238E27FC236}">
                <a16:creationId xmlns:a16="http://schemas.microsoft.com/office/drawing/2014/main" id="{C83C9AC2-28F4-40DD-93EB-93DDCF9AC0F8}"/>
              </a:ext>
            </a:extLst>
          </p:cNvPr>
          <p:cNvSpPr>
            <a:spLocks noGrp="1"/>
          </p:cNvSpPr>
          <p:nvPr/>
        </p:nvSpPr>
        <p:spPr>
          <a:xfrm>
            <a:off x="40005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User requests</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a reply draft</a:t>
            </a:r>
          </a:p>
        </p:txBody>
      </p:sp>
      <p:cxnSp>
        <p:nvCxnSpPr>
          <p:cNvPr id="8" name="직선 화살표 연결선 7">
            <a:extLst>
              <a:ext uri="{FF2B5EF4-FFF2-40B4-BE49-F238E27FC236}">
                <a16:creationId xmlns:a16="http://schemas.microsoft.com/office/drawing/2014/main" id="{B8973085-974C-4FC9-AC94-E73FC71C6403}"/>
              </a:ext>
            </a:extLst>
          </p:cNvPr>
          <p:cNvCxnSpPr/>
          <p:nvPr/>
        </p:nvCxnSpPr>
        <p:spPr>
          <a:xfrm>
            <a:off x="2000250" y="2657475"/>
            <a:ext cx="400050" cy="0"/>
          </a:xfrm>
          <a:prstGeom prst="straightConnector1">
            <a:avLst/>
          </a:prstGeom>
          <a:ln w="23813">
            <a:solidFill>
              <a:srgbClr val="008C8C"/>
            </a:solidFill>
            <a:prstDash val="solid"/>
            <a:tailEnd type="arrow" w="sm" len="sm"/>
          </a:ln>
        </p:spPr>
      </p:cxnSp>
      <p:sp>
        <p:nvSpPr>
          <p:cNvPr id="9" name="사각형: 둥근 모서리 8">
            <a:extLst>
              <a:ext uri="{FF2B5EF4-FFF2-40B4-BE49-F238E27FC236}">
                <a16:creationId xmlns:a16="http://schemas.microsoft.com/office/drawing/2014/main" id="{F9CF8FA7-6D85-4617-A644-956C5960C196}"/>
              </a:ext>
            </a:extLst>
          </p:cNvPr>
          <p:cNvSpPr>
            <a:spLocks noGrp="1"/>
          </p:cNvSpPr>
          <p:nvPr/>
        </p:nvSpPr>
        <p:spPr>
          <a:xfrm>
            <a:off x="2400300" y="2343150"/>
            <a:ext cx="1562100" cy="628650"/>
          </a:xfrm>
          <a:prstGeom prst="roundRect">
            <a:avLst>
              <a:gd name="adj" fmla="val 18182"/>
            </a:avLst>
          </a:prstGeom>
          <a:solidFill>
            <a:srgbClr val="FFFFFF"/>
          </a:solidFill>
          <a:ln w="14288">
            <a:solidFill>
              <a:srgbClr val="243B53"/>
            </a:solidFill>
            <a:prstDash val="solid"/>
          </a:ln>
        </p:spPr>
        <p:txBody>
          <a:bodyPr wrap="square" lIns="95250" tIns="95250" rIns="95250" bIns="95250" anchor="ctr">
            <a:normAutofit lnSpcReduction="10000"/>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defRPr sz="1275" b="1">
                <a:solidFill>
                  <a:srgbClr val="1F2933"/>
                </a:solidFill>
                <a:latin typeface="Arial"/>
                <a:ea typeface="Arial"/>
                <a:cs typeface="Arial"/>
              </a:defRPr>
            </a:pPr>
            <a:r>
              <a:rPr lang="ko-KR" altLang="ko-KR" dirty="0"/>
              <a:t>POST /</a:t>
            </a:r>
            <a:r>
              <a:rPr lang="ko-KR" altLang="ko-KR" dirty="0" err="1"/>
              <a:t>api</a:t>
            </a:r>
            <a:r>
              <a:rPr lang="ko-KR" altLang="ko-KR" dirty="0"/>
              <a:t>/</a:t>
            </a:r>
            <a:r>
              <a:rPr lang="ko-KR" altLang="ko-KR" dirty="0" err="1"/>
              <a:t>ai</a:t>
            </a:r>
            <a:r>
              <a:rPr lang="ko-KR" altLang="ko-KR" dirty="0"/>
              <a:t>/</a:t>
            </a:r>
            <a:r>
              <a:rPr lang="ko-KR" altLang="ko-KR" dirty="0" err="1"/>
              <a:t>drafts</a:t>
            </a:r>
            <a:endParaRPr sz="1275" b="1" dirty="0">
              <a:solidFill>
                <a:srgbClr val="1F2933"/>
              </a:solidFill>
              <a:latin typeface="Arial"/>
              <a:ea typeface="Arial"/>
              <a:cs typeface="Arial"/>
            </a:endParaRPr>
          </a:p>
        </p:txBody>
      </p:sp>
      <p:sp>
        <p:nvSpPr>
          <p:cNvPr id="10" name="직사각형 9">
            <a:extLst>
              <a:ext uri="{FF2B5EF4-FFF2-40B4-BE49-F238E27FC236}">
                <a16:creationId xmlns:a16="http://schemas.microsoft.com/office/drawing/2014/main" id="{44744DCB-E581-4394-B7E0-0195E8D7EC0C}"/>
              </a:ext>
            </a:extLst>
          </p:cNvPr>
          <p:cNvSpPr>
            <a:spLocks noGrp="1"/>
          </p:cNvSpPr>
          <p:nvPr/>
        </p:nvSpPr>
        <p:spPr>
          <a:xfrm>
            <a:off x="236220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Validate session</a:t>
            </a:r>
          </a:p>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and message ID</a:t>
            </a:r>
          </a:p>
        </p:txBody>
      </p:sp>
      <p:cxnSp>
        <p:nvCxnSpPr>
          <p:cNvPr id="11" name="직선 화살표 연결선 10">
            <a:extLst>
              <a:ext uri="{FF2B5EF4-FFF2-40B4-BE49-F238E27FC236}">
                <a16:creationId xmlns:a16="http://schemas.microsoft.com/office/drawing/2014/main" id="{72D0E75D-500E-4C63-87AE-9738EA36D41F}"/>
              </a:ext>
            </a:extLst>
          </p:cNvPr>
          <p:cNvCxnSpPr/>
          <p:nvPr/>
        </p:nvCxnSpPr>
        <p:spPr>
          <a:xfrm>
            <a:off x="3962400" y="2657475"/>
            <a:ext cx="400050" cy="0"/>
          </a:xfrm>
          <a:prstGeom prst="straightConnector1">
            <a:avLst/>
          </a:prstGeom>
          <a:ln w="23813">
            <a:solidFill>
              <a:srgbClr val="008C8C"/>
            </a:solidFill>
            <a:prstDash val="solid"/>
            <a:tailEnd type="arrow" w="sm" len="sm"/>
          </a:ln>
        </p:spPr>
      </p:cxnSp>
      <p:sp>
        <p:nvSpPr>
          <p:cNvPr id="12" name="사각형: 둥근 모서리 11">
            <a:extLst>
              <a:ext uri="{FF2B5EF4-FFF2-40B4-BE49-F238E27FC236}">
                <a16:creationId xmlns:a16="http://schemas.microsoft.com/office/drawing/2014/main" id="{99A65186-20D1-41FF-911C-EA80504F1EEE}"/>
              </a:ext>
            </a:extLst>
          </p:cNvPr>
          <p:cNvSpPr>
            <a:spLocks noGrp="1"/>
          </p:cNvSpPr>
          <p:nvPr/>
        </p:nvSpPr>
        <p:spPr>
          <a:xfrm>
            <a:off x="4362450" y="2343150"/>
            <a:ext cx="1562100" cy="628650"/>
          </a:xfrm>
          <a:prstGeom prst="roundRect">
            <a:avLst>
              <a:gd name="adj" fmla="val 18182"/>
            </a:avLst>
          </a:prstGeom>
          <a:solidFill>
            <a:srgbClr val="FFFFFF"/>
          </a:solidFill>
          <a:ln w="14288">
            <a:solidFill>
              <a:srgbClr val="243B53"/>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sz="1275" b="1">
                <a:solidFill>
                  <a:srgbClr val="1F2933"/>
                </a:solidFill>
                <a:latin typeface="Arial"/>
                <a:ea typeface="Arial"/>
                <a:cs typeface="Arial"/>
              </a:rPr>
              <a:t>Gmail API</a:t>
            </a:r>
          </a:p>
        </p:txBody>
      </p:sp>
      <p:sp>
        <p:nvSpPr>
          <p:cNvPr id="13" name="직사각형 12">
            <a:extLst>
              <a:ext uri="{FF2B5EF4-FFF2-40B4-BE49-F238E27FC236}">
                <a16:creationId xmlns:a16="http://schemas.microsoft.com/office/drawing/2014/main" id="{B1CC877C-337D-46E2-BA65-BB2E4563D7D3}"/>
              </a:ext>
            </a:extLst>
          </p:cNvPr>
          <p:cNvSpPr>
            <a:spLocks noGrp="1"/>
          </p:cNvSpPr>
          <p:nvPr/>
        </p:nvSpPr>
        <p:spPr>
          <a:xfrm>
            <a:off x="432435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Fetch the</a:t>
            </a:r>
          </a:p>
          <a:p>
            <a:pPr algn="ctr">
              <a:lnSpc>
                <a:spcPct val="108000"/>
              </a:lnSpc>
              <a:buNone/>
              <a:defRPr sz="1200" b="0">
                <a:solidFill>
                  <a:srgbClr val="1F2933"/>
                </a:solidFill>
                <a:latin typeface="Arial"/>
                <a:ea typeface="Arial"/>
                <a:cs typeface="Arial"/>
              </a:defRPr>
            </a:pPr>
            <a:r>
              <a:rPr sz="1200" b="0" dirty="0">
                <a:solidFill>
                  <a:srgbClr val="1F2933"/>
                </a:solidFill>
                <a:latin typeface="Arial"/>
                <a:ea typeface="Arial"/>
                <a:cs typeface="Arial"/>
              </a:rPr>
              <a:t>message context</a:t>
            </a:r>
          </a:p>
        </p:txBody>
      </p:sp>
      <p:cxnSp>
        <p:nvCxnSpPr>
          <p:cNvPr id="14" name="직선 화살표 연결선 13">
            <a:extLst>
              <a:ext uri="{FF2B5EF4-FFF2-40B4-BE49-F238E27FC236}">
                <a16:creationId xmlns:a16="http://schemas.microsoft.com/office/drawing/2014/main" id="{3A4FFA89-F187-4E65-BF51-01F13AE62577}"/>
              </a:ext>
            </a:extLst>
          </p:cNvPr>
          <p:cNvCxnSpPr/>
          <p:nvPr/>
        </p:nvCxnSpPr>
        <p:spPr>
          <a:xfrm>
            <a:off x="5924550" y="2657475"/>
            <a:ext cx="400050" cy="0"/>
          </a:xfrm>
          <a:prstGeom prst="straightConnector1">
            <a:avLst/>
          </a:prstGeom>
          <a:ln w="23813">
            <a:solidFill>
              <a:srgbClr val="008C8C"/>
            </a:solidFill>
            <a:prstDash val="solid"/>
            <a:tailEnd type="arrow" w="sm" len="sm"/>
          </a:ln>
        </p:spPr>
      </p:cxnSp>
      <p:sp>
        <p:nvSpPr>
          <p:cNvPr id="15" name="사각형: 둥근 모서리 14">
            <a:extLst>
              <a:ext uri="{FF2B5EF4-FFF2-40B4-BE49-F238E27FC236}">
                <a16:creationId xmlns:a16="http://schemas.microsoft.com/office/drawing/2014/main" id="{CCF54C87-A5E5-410A-9833-47BAE5F71E62}"/>
              </a:ext>
            </a:extLst>
          </p:cNvPr>
          <p:cNvSpPr>
            <a:spLocks noGrp="1"/>
          </p:cNvSpPr>
          <p:nvPr/>
        </p:nvSpPr>
        <p:spPr>
          <a:xfrm>
            <a:off x="6324600" y="2343150"/>
            <a:ext cx="1562100" cy="628650"/>
          </a:xfrm>
          <a:prstGeom prst="roundRect">
            <a:avLst>
              <a:gd name="adj" fmla="val 18182"/>
            </a:avLst>
          </a:prstGeom>
          <a:solidFill>
            <a:srgbClr val="DFF4F2"/>
          </a:solidFill>
          <a:ln w="14288">
            <a:solidFill>
              <a:srgbClr val="008C8C"/>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lang="en-US" dirty="0"/>
              <a:t>Use LLM </a:t>
            </a:r>
            <a:r>
              <a:rPr lang="en-US" dirty="0" err="1"/>
              <a:t>api</a:t>
            </a:r>
            <a:endParaRPr sz="1275" b="1" dirty="0">
              <a:solidFill>
                <a:srgbClr val="1F2933"/>
              </a:solidFill>
              <a:latin typeface="Arial"/>
              <a:ea typeface="Arial"/>
              <a:cs typeface="Arial"/>
            </a:endParaRPr>
          </a:p>
        </p:txBody>
      </p:sp>
      <p:sp>
        <p:nvSpPr>
          <p:cNvPr id="16" name="직사각형 15">
            <a:extLst>
              <a:ext uri="{FF2B5EF4-FFF2-40B4-BE49-F238E27FC236}">
                <a16:creationId xmlns:a16="http://schemas.microsoft.com/office/drawing/2014/main" id="{AC475BC6-83A5-459D-AB7E-E80F97C96591}"/>
              </a:ext>
            </a:extLst>
          </p:cNvPr>
          <p:cNvSpPr>
            <a:spLocks noGrp="1"/>
          </p:cNvSpPr>
          <p:nvPr/>
        </p:nvSpPr>
        <p:spPr>
          <a:xfrm>
            <a:off x="628650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Generate a</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suggested reply</a:t>
            </a:r>
          </a:p>
        </p:txBody>
      </p:sp>
      <p:cxnSp>
        <p:nvCxnSpPr>
          <p:cNvPr id="17" name="직선 화살표 연결선 16">
            <a:extLst>
              <a:ext uri="{FF2B5EF4-FFF2-40B4-BE49-F238E27FC236}">
                <a16:creationId xmlns:a16="http://schemas.microsoft.com/office/drawing/2014/main" id="{7EA6A9D6-3A43-4A50-9898-D4B635EC0EEA}"/>
              </a:ext>
            </a:extLst>
          </p:cNvPr>
          <p:cNvCxnSpPr/>
          <p:nvPr/>
        </p:nvCxnSpPr>
        <p:spPr>
          <a:xfrm>
            <a:off x="7886700" y="2657475"/>
            <a:ext cx="400050" cy="0"/>
          </a:xfrm>
          <a:prstGeom prst="straightConnector1">
            <a:avLst/>
          </a:prstGeom>
          <a:ln w="23813">
            <a:solidFill>
              <a:srgbClr val="9AA5B1"/>
            </a:solidFill>
            <a:prstDash val="dash"/>
            <a:tailEnd type="arrow" w="sm" len="sm"/>
          </a:ln>
        </p:spPr>
      </p:cxnSp>
      <p:sp>
        <p:nvSpPr>
          <p:cNvPr id="18" name="사각형: 둥근 모서리 17">
            <a:extLst>
              <a:ext uri="{FF2B5EF4-FFF2-40B4-BE49-F238E27FC236}">
                <a16:creationId xmlns:a16="http://schemas.microsoft.com/office/drawing/2014/main" id="{3A7B0175-AAEB-4D6F-9662-95823D845F0B}"/>
              </a:ext>
            </a:extLst>
          </p:cNvPr>
          <p:cNvSpPr>
            <a:spLocks noGrp="1"/>
          </p:cNvSpPr>
          <p:nvPr/>
        </p:nvSpPr>
        <p:spPr>
          <a:xfrm>
            <a:off x="8286750" y="2343150"/>
            <a:ext cx="1562100" cy="628650"/>
          </a:xfrm>
          <a:prstGeom prst="roundRect">
            <a:avLst>
              <a:gd name="adj" fmla="val 18182"/>
            </a:avLst>
          </a:prstGeom>
          <a:solidFill>
            <a:srgbClr val="EAF2F8"/>
          </a:solidFill>
          <a:ln w="14288">
            <a:solidFill>
              <a:srgbClr val="243B53"/>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sz="1275" b="1">
                <a:solidFill>
                  <a:srgbClr val="1F2933"/>
                </a:solidFill>
                <a:latin typeface="Arial"/>
                <a:ea typeface="Arial"/>
                <a:cs typeface="Arial"/>
              </a:rPr>
              <a:t>Editable preview</a:t>
            </a:r>
          </a:p>
        </p:txBody>
      </p:sp>
      <p:sp>
        <p:nvSpPr>
          <p:cNvPr id="19" name="직사각형 18">
            <a:extLst>
              <a:ext uri="{FF2B5EF4-FFF2-40B4-BE49-F238E27FC236}">
                <a16:creationId xmlns:a16="http://schemas.microsoft.com/office/drawing/2014/main" id="{1D9855BF-1F7E-42CD-95CA-33F7DB8EF350}"/>
              </a:ext>
            </a:extLst>
          </p:cNvPr>
          <p:cNvSpPr>
            <a:spLocks noGrp="1"/>
          </p:cNvSpPr>
          <p:nvPr/>
        </p:nvSpPr>
        <p:spPr>
          <a:xfrm>
            <a:off x="824865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User edits, rejects,</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or approves</a:t>
            </a:r>
          </a:p>
        </p:txBody>
      </p:sp>
      <p:cxnSp>
        <p:nvCxnSpPr>
          <p:cNvPr id="20" name="직선 화살표 연결선 19">
            <a:extLst>
              <a:ext uri="{FF2B5EF4-FFF2-40B4-BE49-F238E27FC236}">
                <a16:creationId xmlns:a16="http://schemas.microsoft.com/office/drawing/2014/main" id="{19E5473A-79D1-45AD-87EC-F0917BD95648}"/>
              </a:ext>
            </a:extLst>
          </p:cNvPr>
          <p:cNvCxnSpPr/>
          <p:nvPr/>
        </p:nvCxnSpPr>
        <p:spPr>
          <a:xfrm>
            <a:off x="9848850" y="2657475"/>
            <a:ext cx="400050" cy="0"/>
          </a:xfrm>
          <a:prstGeom prst="straightConnector1">
            <a:avLst/>
          </a:prstGeom>
          <a:ln w="23813">
            <a:solidFill>
              <a:srgbClr val="9AA5B1"/>
            </a:solidFill>
            <a:prstDash val="dash"/>
            <a:tailEnd type="arrow" w="sm" len="sm"/>
          </a:ln>
        </p:spPr>
      </p:cxnSp>
      <p:sp>
        <p:nvSpPr>
          <p:cNvPr id="21" name="사각형: 둥근 모서리 20">
            <a:extLst>
              <a:ext uri="{FF2B5EF4-FFF2-40B4-BE49-F238E27FC236}">
                <a16:creationId xmlns:a16="http://schemas.microsoft.com/office/drawing/2014/main" id="{9929D76D-8EA8-4C76-8A36-C8F229D98E4C}"/>
              </a:ext>
            </a:extLst>
          </p:cNvPr>
          <p:cNvSpPr>
            <a:spLocks noGrp="1"/>
          </p:cNvSpPr>
          <p:nvPr/>
        </p:nvSpPr>
        <p:spPr>
          <a:xfrm>
            <a:off x="10248900" y="2343150"/>
            <a:ext cx="1562100" cy="628650"/>
          </a:xfrm>
          <a:prstGeom prst="roundRect">
            <a:avLst>
              <a:gd name="adj" fmla="val 18182"/>
            </a:avLst>
          </a:prstGeom>
          <a:solidFill>
            <a:srgbClr val="FFFFFF"/>
          </a:solidFill>
          <a:ln w="14288">
            <a:solidFill>
              <a:srgbClr val="243B53"/>
            </a:solidFill>
            <a:prstDash val="solid"/>
          </a:ln>
        </p:spPr>
        <p:txBody>
          <a:bodyPr wrap="square" lIns="95250" tIns="95250" rIns="95250" bIns="95250" anchor="ctr">
            <a:normAutofit/>
          </a:bodyPr>
          <a:lstStyle>
            <a:defPPr algn="ctr">
              <a:defRPr sz="1275" b="1">
                <a:solidFill>
                  <a:srgbClr val="1F2933"/>
                </a:solidFill>
                <a:latin typeface="Arial"/>
                <a:ea typeface="Arial"/>
                <a:cs typeface="Arial"/>
              </a:defRPr>
            </a:defPPr>
            <a:lvl1pPr algn="ctr">
              <a:buNone/>
              <a:defRPr sz="1275" b="1">
                <a:solidFill>
                  <a:srgbClr val="1F2933"/>
                </a:solidFill>
                <a:latin typeface="Arial"/>
                <a:ea typeface="Arial"/>
                <a:cs typeface="Arial"/>
              </a:defRPr>
            </a:lvl1pPr>
            <a:lvl2pPr algn="ctr">
              <a:buNone/>
              <a:defRPr sz="1275" b="1">
                <a:solidFill>
                  <a:srgbClr val="1F2933"/>
                </a:solidFill>
                <a:latin typeface="Arial"/>
                <a:ea typeface="Arial"/>
                <a:cs typeface="Arial"/>
              </a:defRPr>
            </a:lvl2pPr>
            <a:lvl3pPr algn="ctr">
              <a:buNone/>
              <a:defRPr sz="1275" b="1">
                <a:solidFill>
                  <a:srgbClr val="1F2933"/>
                </a:solidFill>
                <a:latin typeface="Arial"/>
                <a:ea typeface="Arial"/>
                <a:cs typeface="Arial"/>
              </a:defRPr>
            </a:lvl3pPr>
            <a:lvl4pPr algn="ctr">
              <a:buNone/>
              <a:defRPr sz="1275" b="1">
                <a:solidFill>
                  <a:srgbClr val="1F2933"/>
                </a:solidFill>
                <a:latin typeface="Arial"/>
                <a:ea typeface="Arial"/>
                <a:cs typeface="Arial"/>
              </a:defRPr>
            </a:lvl4pPr>
            <a:lvl5pPr algn="ctr">
              <a:buNone/>
              <a:defRPr sz="1275" b="1">
                <a:solidFill>
                  <a:srgbClr val="1F2933"/>
                </a:solidFill>
                <a:latin typeface="Arial"/>
                <a:ea typeface="Arial"/>
                <a:cs typeface="Arial"/>
              </a:defRPr>
            </a:lvl5pPr>
            <a:lvl6pPr algn="ctr">
              <a:buNone/>
              <a:defRPr sz="1275" b="1">
                <a:solidFill>
                  <a:srgbClr val="1F2933"/>
                </a:solidFill>
                <a:latin typeface="Arial"/>
                <a:ea typeface="Arial"/>
                <a:cs typeface="Arial"/>
              </a:defRPr>
            </a:lvl6pPr>
            <a:lvl7pPr algn="ctr">
              <a:buNone/>
              <a:defRPr sz="1275" b="1">
                <a:solidFill>
                  <a:srgbClr val="1F2933"/>
                </a:solidFill>
                <a:latin typeface="Arial"/>
                <a:ea typeface="Arial"/>
                <a:cs typeface="Arial"/>
              </a:defRPr>
            </a:lvl7pPr>
            <a:lvl8pPr algn="ctr">
              <a:buNone/>
              <a:defRPr sz="1275" b="1">
                <a:solidFill>
                  <a:srgbClr val="1F2933"/>
                </a:solidFill>
                <a:latin typeface="Arial"/>
                <a:ea typeface="Arial"/>
                <a:cs typeface="Arial"/>
              </a:defRPr>
            </a:lvl8pPr>
            <a:lvl9pPr algn="ctr">
              <a:buNone/>
              <a:defRPr sz="1275" b="1">
                <a:solidFill>
                  <a:srgbClr val="1F2933"/>
                </a:solidFill>
                <a:latin typeface="Arial"/>
                <a:ea typeface="Arial"/>
                <a:cs typeface="Arial"/>
              </a:defRPr>
            </a:lvl9pPr>
          </a:lstStyle>
          <a:p>
            <a:pPr algn="ctr">
              <a:buNone/>
              <a:defRPr sz="1275" b="1">
                <a:solidFill>
                  <a:srgbClr val="1F2933"/>
                </a:solidFill>
                <a:latin typeface="Arial"/>
                <a:ea typeface="Arial"/>
                <a:cs typeface="Arial"/>
              </a:defRPr>
            </a:pPr>
            <a:r>
              <a:rPr sz="1275" b="1">
                <a:solidFill>
                  <a:srgbClr val="1F2933"/>
                </a:solidFill>
                <a:latin typeface="Arial"/>
                <a:ea typeface="Arial"/>
                <a:cs typeface="Arial"/>
              </a:rPr>
              <a:t>Gmail Draft</a:t>
            </a:r>
          </a:p>
        </p:txBody>
      </p:sp>
      <p:sp>
        <p:nvSpPr>
          <p:cNvPr id="22" name="직사각형 21">
            <a:extLst>
              <a:ext uri="{FF2B5EF4-FFF2-40B4-BE49-F238E27FC236}">
                <a16:creationId xmlns:a16="http://schemas.microsoft.com/office/drawing/2014/main" id="{EDFED69A-40DA-4E9F-AF04-81A349038F25}"/>
              </a:ext>
            </a:extLst>
          </p:cNvPr>
          <p:cNvSpPr>
            <a:spLocks noGrp="1"/>
          </p:cNvSpPr>
          <p:nvPr/>
        </p:nvSpPr>
        <p:spPr>
          <a:xfrm>
            <a:off x="10210800" y="3143250"/>
            <a:ext cx="1638300" cy="723900"/>
          </a:xfrm>
          <a:prstGeom prst="rect">
            <a:avLst/>
          </a:prstGeom>
          <a:noFill/>
          <a:ln w="0">
            <a:noFill/>
            <a:prstDash val="solid"/>
          </a:ln>
        </p:spPr>
        <p:txBody>
          <a:bodyPr wrap="square" lIns="0" tIns="0" rIns="0" bIns="0" anchor="t">
            <a:normAutofit/>
          </a:bodyPr>
          <a:lstStyle>
            <a:defPPr algn="ctr">
              <a:defRPr sz="1200" b="0">
                <a:solidFill>
                  <a:srgbClr val="1F2933"/>
                </a:solidFill>
                <a:latin typeface="Arial"/>
                <a:ea typeface="Arial"/>
                <a:cs typeface="Arial"/>
              </a:defRPr>
            </a:defPPr>
            <a:lvl1pPr algn="ctr">
              <a:buNone/>
              <a:defRPr sz="1200" b="0">
                <a:solidFill>
                  <a:srgbClr val="1F2933"/>
                </a:solidFill>
                <a:latin typeface="Arial"/>
                <a:ea typeface="Arial"/>
                <a:cs typeface="Arial"/>
              </a:defRPr>
            </a:lvl1pPr>
            <a:lvl2pPr algn="ctr">
              <a:buNone/>
              <a:defRPr sz="1200" b="0">
                <a:solidFill>
                  <a:srgbClr val="1F2933"/>
                </a:solidFill>
                <a:latin typeface="Arial"/>
                <a:ea typeface="Arial"/>
                <a:cs typeface="Arial"/>
              </a:defRPr>
            </a:lvl2pPr>
            <a:lvl3pPr algn="ctr">
              <a:buNone/>
              <a:defRPr sz="1200" b="0">
                <a:solidFill>
                  <a:srgbClr val="1F2933"/>
                </a:solidFill>
                <a:latin typeface="Arial"/>
                <a:ea typeface="Arial"/>
                <a:cs typeface="Arial"/>
              </a:defRPr>
            </a:lvl3pPr>
            <a:lvl4pPr algn="ctr">
              <a:buNone/>
              <a:defRPr sz="1200" b="0">
                <a:solidFill>
                  <a:srgbClr val="1F2933"/>
                </a:solidFill>
                <a:latin typeface="Arial"/>
                <a:ea typeface="Arial"/>
                <a:cs typeface="Arial"/>
              </a:defRPr>
            </a:lvl4pPr>
            <a:lvl5pPr algn="ctr">
              <a:buNone/>
              <a:defRPr sz="1200" b="0">
                <a:solidFill>
                  <a:srgbClr val="1F2933"/>
                </a:solidFill>
                <a:latin typeface="Arial"/>
                <a:ea typeface="Arial"/>
                <a:cs typeface="Arial"/>
              </a:defRPr>
            </a:lvl5pPr>
            <a:lvl6pPr algn="ctr">
              <a:buNone/>
              <a:defRPr sz="1200" b="0">
                <a:solidFill>
                  <a:srgbClr val="1F2933"/>
                </a:solidFill>
                <a:latin typeface="Arial"/>
                <a:ea typeface="Arial"/>
                <a:cs typeface="Arial"/>
              </a:defRPr>
            </a:lvl6pPr>
            <a:lvl7pPr algn="ctr">
              <a:buNone/>
              <a:defRPr sz="1200" b="0">
                <a:solidFill>
                  <a:srgbClr val="1F2933"/>
                </a:solidFill>
                <a:latin typeface="Arial"/>
                <a:ea typeface="Arial"/>
                <a:cs typeface="Arial"/>
              </a:defRPr>
            </a:lvl7pPr>
            <a:lvl8pPr algn="ctr">
              <a:buNone/>
              <a:defRPr sz="1200" b="0">
                <a:solidFill>
                  <a:srgbClr val="1F2933"/>
                </a:solidFill>
                <a:latin typeface="Arial"/>
                <a:ea typeface="Arial"/>
                <a:cs typeface="Arial"/>
              </a:defRPr>
            </a:lvl8pPr>
            <a:lvl9pPr algn="ctr">
              <a:buNone/>
              <a:defRPr sz="1200" b="0">
                <a:solidFill>
                  <a:srgbClr val="1F2933"/>
                </a:solidFill>
                <a:latin typeface="Arial"/>
                <a:ea typeface="Arial"/>
                <a:cs typeface="Arial"/>
              </a:defRPr>
            </a:lvl9pPr>
          </a:lstStyle>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Create only after</a:t>
            </a:r>
          </a:p>
          <a:p>
            <a:pPr algn="ctr">
              <a:lnSpc>
                <a:spcPct val="108000"/>
              </a:lnSpc>
              <a:buNone/>
              <a:defRPr sz="1200" b="0">
                <a:solidFill>
                  <a:srgbClr val="1F2933"/>
                </a:solidFill>
                <a:latin typeface="Arial"/>
                <a:ea typeface="Arial"/>
                <a:cs typeface="Arial"/>
              </a:defRPr>
            </a:pPr>
            <a:r>
              <a:rPr sz="1200" b="0">
                <a:solidFill>
                  <a:srgbClr val="1F2933"/>
                </a:solidFill>
                <a:latin typeface="Arial"/>
                <a:ea typeface="Arial"/>
                <a:cs typeface="Arial"/>
              </a:rPr>
              <a:t>user approval</a:t>
            </a:r>
          </a:p>
        </p:txBody>
      </p:sp>
      <p:sp>
        <p:nvSpPr>
          <p:cNvPr id="23" name="직선 연결선 22">
            <a:extLst>
              <a:ext uri="{FF2B5EF4-FFF2-40B4-BE49-F238E27FC236}">
                <a16:creationId xmlns:a16="http://schemas.microsoft.com/office/drawing/2014/main" id="{CD72DF9F-14C1-48BB-A7FA-F1C1CA19E0CD}"/>
              </a:ext>
            </a:extLst>
          </p:cNvPr>
          <p:cNvSpPr>
            <a:spLocks noGrp="1"/>
          </p:cNvSpPr>
          <p:nvPr/>
        </p:nvSpPr>
        <p:spPr>
          <a:xfrm>
            <a:off x="723900" y="4324350"/>
            <a:ext cx="10477500" cy="0"/>
          </a:xfrm>
          <a:prstGeom prst="line">
            <a:avLst/>
          </a:prstGeom>
          <a:noFill/>
          <a:ln w="9525">
            <a:solidFill>
              <a:srgbClr val="BCCCDC"/>
            </a:solidFill>
            <a:prstDash val="solid"/>
          </a:ln>
        </p:spPr>
        <p:txBody>
          <a:bodyPr/>
          <a:lstStyle/>
          <a:p>
            <a:endParaRPr lang="ko-KR" altLang="en-US"/>
          </a:p>
        </p:txBody>
      </p:sp>
      <p:sp>
        <p:nvSpPr>
          <p:cNvPr id="25" name="직사각형 24">
            <a:extLst>
              <a:ext uri="{FF2B5EF4-FFF2-40B4-BE49-F238E27FC236}">
                <a16:creationId xmlns:a16="http://schemas.microsoft.com/office/drawing/2014/main" id="{048C7486-5798-49C7-AF99-6835E468EC3C}"/>
              </a:ext>
            </a:extLst>
          </p:cNvPr>
          <p:cNvSpPr>
            <a:spLocks noGrp="1"/>
          </p:cNvSpPr>
          <p:nvPr/>
        </p:nvSpPr>
        <p:spPr>
          <a:xfrm>
            <a:off x="704850" y="4581525"/>
            <a:ext cx="2857500" cy="285750"/>
          </a:xfrm>
          <a:prstGeom prst="rect">
            <a:avLst/>
          </a:prstGeom>
          <a:noFill/>
          <a:ln w="0">
            <a:noFill/>
            <a:prstDash val="solid"/>
          </a:ln>
        </p:spPr>
        <p:txBody>
          <a:bodyPr wrap="square" lIns="0" tIns="0" rIns="0" bIns="0" anchor="t">
            <a:normAutofit/>
          </a:bodyPr>
          <a:lstStyle>
            <a:defPPr algn="l">
              <a:defRPr sz="1500" b="1">
                <a:solidFill>
                  <a:srgbClr val="008C8C"/>
                </a:solidFill>
                <a:latin typeface="Arial"/>
                <a:ea typeface="Arial"/>
                <a:cs typeface="Arial"/>
              </a:defRPr>
            </a:defPPr>
            <a:lvl1pPr algn="l">
              <a:buNone/>
              <a:defRPr sz="1500" b="1">
                <a:solidFill>
                  <a:srgbClr val="008C8C"/>
                </a:solidFill>
                <a:latin typeface="Arial"/>
                <a:ea typeface="Arial"/>
                <a:cs typeface="Arial"/>
              </a:defRPr>
            </a:lvl1pPr>
            <a:lvl2pPr algn="l">
              <a:buNone/>
              <a:defRPr sz="1500" b="1">
                <a:solidFill>
                  <a:srgbClr val="008C8C"/>
                </a:solidFill>
                <a:latin typeface="Arial"/>
                <a:ea typeface="Arial"/>
                <a:cs typeface="Arial"/>
              </a:defRPr>
            </a:lvl2pPr>
            <a:lvl3pPr algn="l">
              <a:buNone/>
              <a:defRPr sz="1500" b="1">
                <a:solidFill>
                  <a:srgbClr val="008C8C"/>
                </a:solidFill>
                <a:latin typeface="Arial"/>
                <a:ea typeface="Arial"/>
                <a:cs typeface="Arial"/>
              </a:defRPr>
            </a:lvl3pPr>
            <a:lvl4pPr algn="l">
              <a:buNone/>
              <a:defRPr sz="1500" b="1">
                <a:solidFill>
                  <a:srgbClr val="008C8C"/>
                </a:solidFill>
                <a:latin typeface="Arial"/>
                <a:ea typeface="Arial"/>
                <a:cs typeface="Arial"/>
              </a:defRPr>
            </a:lvl4pPr>
            <a:lvl5pPr algn="l">
              <a:buNone/>
              <a:defRPr sz="1500" b="1">
                <a:solidFill>
                  <a:srgbClr val="008C8C"/>
                </a:solidFill>
                <a:latin typeface="Arial"/>
                <a:ea typeface="Arial"/>
                <a:cs typeface="Arial"/>
              </a:defRPr>
            </a:lvl5pPr>
            <a:lvl6pPr algn="l">
              <a:buNone/>
              <a:defRPr sz="1500" b="1">
                <a:solidFill>
                  <a:srgbClr val="008C8C"/>
                </a:solidFill>
                <a:latin typeface="Arial"/>
                <a:ea typeface="Arial"/>
                <a:cs typeface="Arial"/>
              </a:defRPr>
            </a:lvl6pPr>
            <a:lvl7pPr algn="l">
              <a:buNone/>
              <a:defRPr sz="1500" b="1">
                <a:solidFill>
                  <a:srgbClr val="008C8C"/>
                </a:solidFill>
                <a:latin typeface="Arial"/>
                <a:ea typeface="Arial"/>
                <a:cs typeface="Arial"/>
              </a:defRPr>
            </a:lvl7pPr>
            <a:lvl8pPr algn="l">
              <a:buNone/>
              <a:defRPr sz="1500" b="1">
                <a:solidFill>
                  <a:srgbClr val="008C8C"/>
                </a:solidFill>
                <a:latin typeface="Arial"/>
                <a:ea typeface="Arial"/>
                <a:cs typeface="Arial"/>
              </a:defRPr>
            </a:lvl8pPr>
            <a:lvl9pPr algn="l">
              <a:buNone/>
              <a:defRPr sz="1500" b="1">
                <a:solidFill>
                  <a:srgbClr val="008C8C"/>
                </a:solidFill>
                <a:latin typeface="Arial"/>
                <a:ea typeface="Arial"/>
                <a:cs typeface="Arial"/>
              </a:defRPr>
            </a:lvl9pPr>
          </a:lstStyle>
          <a:p>
            <a:pPr algn="l">
              <a:buNone/>
              <a:defRPr sz="1500" b="1">
                <a:solidFill>
                  <a:srgbClr val="008C8C"/>
                </a:solidFill>
                <a:latin typeface="Arial"/>
                <a:ea typeface="Arial"/>
                <a:cs typeface="Arial"/>
              </a:defRPr>
            </a:pPr>
            <a:r>
              <a:rPr sz="1500" b="1" dirty="0">
                <a:solidFill>
                  <a:srgbClr val="008C8C"/>
                </a:solidFill>
                <a:latin typeface="Arial"/>
                <a:ea typeface="Arial"/>
                <a:cs typeface="Arial"/>
              </a:rPr>
              <a:t>POST /</a:t>
            </a:r>
            <a:r>
              <a:rPr sz="1500" b="1" dirty="0" err="1">
                <a:solidFill>
                  <a:srgbClr val="008C8C"/>
                </a:solidFill>
                <a:latin typeface="Arial"/>
                <a:ea typeface="Arial"/>
                <a:cs typeface="Arial"/>
              </a:rPr>
              <a:t>api</a:t>
            </a:r>
            <a:r>
              <a:rPr sz="1500" b="1" dirty="0">
                <a:solidFill>
                  <a:srgbClr val="008C8C"/>
                </a:solidFill>
                <a:latin typeface="Arial"/>
                <a:ea typeface="Arial"/>
                <a:cs typeface="Arial"/>
              </a:rPr>
              <a:t>/ai/drafts</a:t>
            </a:r>
          </a:p>
        </p:txBody>
      </p:sp>
      <p:sp>
        <p:nvSpPr>
          <p:cNvPr id="26" name="직사각형 25">
            <a:extLst>
              <a:ext uri="{FF2B5EF4-FFF2-40B4-BE49-F238E27FC236}">
                <a16:creationId xmlns:a16="http://schemas.microsoft.com/office/drawing/2014/main" id="{B723E2B3-D54E-4A31-824B-CABD4BE4C0E3}"/>
              </a:ext>
            </a:extLst>
          </p:cNvPr>
          <p:cNvSpPr>
            <a:spLocks noGrp="1"/>
          </p:cNvSpPr>
          <p:nvPr/>
        </p:nvSpPr>
        <p:spPr>
          <a:xfrm>
            <a:off x="723900" y="5105400"/>
            <a:ext cx="857250" cy="247650"/>
          </a:xfrm>
          <a:prstGeom prst="rect">
            <a:avLst/>
          </a:prstGeom>
          <a:noFill/>
          <a:ln w="0">
            <a:noFill/>
            <a:prstDash val="solid"/>
          </a:ln>
        </p:spPr>
        <p:txBody>
          <a:bodyPr wrap="square" lIns="0" tIns="0" rIns="0" bIns="0" anchor="t">
            <a:normAutofit/>
          </a:bodyPr>
          <a:lstStyle>
            <a:defPPr algn="l">
              <a:defRPr sz="1275" b="1">
                <a:solidFill>
                  <a:srgbClr val="627D98"/>
                </a:solidFill>
                <a:latin typeface="Arial"/>
                <a:ea typeface="Arial"/>
                <a:cs typeface="Arial"/>
              </a:defRPr>
            </a:defPPr>
            <a:lvl1pPr algn="l">
              <a:buNone/>
              <a:defRPr sz="1275" b="1">
                <a:solidFill>
                  <a:srgbClr val="627D98"/>
                </a:solidFill>
                <a:latin typeface="Arial"/>
                <a:ea typeface="Arial"/>
                <a:cs typeface="Arial"/>
              </a:defRPr>
            </a:lvl1pPr>
            <a:lvl2pPr algn="l">
              <a:buNone/>
              <a:defRPr sz="1275" b="1">
                <a:solidFill>
                  <a:srgbClr val="627D98"/>
                </a:solidFill>
                <a:latin typeface="Arial"/>
                <a:ea typeface="Arial"/>
                <a:cs typeface="Arial"/>
              </a:defRPr>
            </a:lvl2pPr>
            <a:lvl3pPr algn="l">
              <a:buNone/>
              <a:defRPr sz="1275" b="1">
                <a:solidFill>
                  <a:srgbClr val="627D98"/>
                </a:solidFill>
                <a:latin typeface="Arial"/>
                <a:ea typeface="Arial"/>
                <a:cs typeface="Arial"/>
              </a:defRPr>
            </a:lvl3pPr>
            <a:lvl4pPr algn="l">
              <a:buNone/>
              <a:defRPr sz="1275" b="1">
                <a:solidFill>
                  <a:srgbClr val="627D98"/>
                </a:solidFill>
                <a:latin typeface="Arial"/>
                <a:ea typeface="Arial"/>
                <a:cs typeface="Arial"/>
              </a:defRPr>
            </a:lvl4pPr>
            <a:lvl5pPr algn="l">
              <a:buNone/>
              <a:defRPr sz="1275" b="1">
                <a:solidFill>
                  <a:srgbClr val="627D98"/>
                </a:solidFill>
                <a:latin typeface="Arial"/>
                <a:ea typeface="Arial"/>
                <a:cs typeface="Arial"/>
              </a:defRPr>
            </a:lvl5pPr>
            <a:lvl6pPr algn="l">
              <a:buNone/>
              <a:defRPr sz="1275" b="1">
                <a:solidFill>
                  <a:srgbClr val="627D98"/>
                </a:solidFill>
                <a:latin typeface="Arial"/>
                <a:ea typeface="Arial"/>
                <a:cs typeface="Arial"/>
              </a:defRPr>
            </a:lvl6pPr>
            <a:lvl7pPr algn="l">
              <a:buNone/>
              <a:defRPr sz="1275" b="1">
                <a:solidFill>
                  <a:srgbClr val="627D98"/>
                </a:solidFill>
                <a:latin typeface="Arial"/>
                <a:ea typeface="Arial"/>
                <a:cs typeface="Arial"/>
              </a:defRPr>
            </a:lvl7pPr>
            <a:lvl8pPr algn="l">
              <a:buNone/>
              <a:defRPr sz="1275" b="1">
                <a:solidFill>
                  <a:srgbClr val="627D98"/>
                </a:solidFill>
                <a:latin typeface="Arial"/>
                <a:ea typeface="Arial"/>
                <a:cs typeface="Arial"/>
              </a:defRPr>
            </a:lvl8pPr>
            <a:lvl9pPr algn="l">
              <a:buNone/>
              <a:defRPr sz="1275" b="1">
                <a:solidFill>
                  <a:srgbClr val="627D98"/>
                </a:solidFill>
                <a:latin typeface="Arial"/>
                <a:ea typeface="Arial"/>
                <a:cs typeface="Arial"/>
              </a:defRPr>
            </a:lvl9pPr>
          </a:lstStyle>
          <a:p>
            <a:pPr algn="l">
              <a:buNone/>
              <a:defRPr sz="1275" b="1">
                <a:solidFill>
                  <a:srgbClr val="627D98"/>
                </a:solidFill>
                <a:latin typeface="Arial"/>
                <a:ea typeface="Arial"/>
                <a:cs typeface="Arial"/>
              </a:defRPr>
            </a:pPr>
            <a:r>
              <a:rPr sz="1275" b="1">
                <a:solidFill>
                  <a:srgbClr val="627D98"/>
                </a:solidFill>
                <a:latin typeface="Arial"/>
                <a:ea typeface="Arial"/>
                <a:cs typeface="Arial"/>
              </a:rPr>
              <a:t>Input</a:t>
            </a:r>
          </a:p>
        </p:txBody>
      </p:sp>
      <p:sp>
        <p:nvSpPr>
          <p:cNvPr id="27" name="직사각형 26">
            <a:extLst>
              <a:ext uri="{FF2B5EF4-FFF2-40B4-BE49-F238E27FC236}">
                <a16:creationId xmlns:a16="http://schemas.microsoft.com/office/drawing/2014/main" id="{B6E59F91-A49E-47C0-9691-8E8673F07CAB}"/>
              </a:ext>
            </a:extLst>
          </p:cNvPr>
          <p:cNvSpPr>
            <a:spLocks noGrp="1"/>
          </p:cNvSpPr>
          <p:nvPr/>
        </p:nvSpPr>
        <p:spPr>
          <a:xfrm>
            <a:off x="1619250" y="5086350"/>
            <a:ext cx="4572000" cy="2857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Gmail message ID and optional user instructions</a:t>
            </a:r>
          </a:p>
        </p:txBody>
      </p:sp>
      <p:sp>
        <p:nvSpPr>
          <p:cNvPr id="28" name="직사각형 27">
            <a:extLst>
              <a:ext uri="{FF2B5EF4-FFF2-40B4-BE49-F238E27FC236}">
                <a16:creationId xmlns:a16="http://schemas.microsoft.com/office/drawing/2014/main" id="{517846EC-AA39-49B0-ABE7-25147B724A70}"/>
              </a:ext>
            </a:extLst>
          </p:cNvPr>
          <p:cNvSpPr>
            <a:spLocks noGrp="1"/>
          </p:cNvSpPr>
          <p:nvPr/>
        </p:nvSpPr>
        <p:spPr>
          <a:xfrm>
            <a:off x="723900" y="5543550"/>
            <a:ext cx="857250" cy="247650"/>
          </a:xfrm>
          <a:prstGeom prst="rect">
            <a:avLst/>
          </a:prstGeom>
          <a:noFill/>
          <a:ln w="0">
            <a:noFill/>
            <a:prstDash val="solid"/>
          </a:ln>
        </p:spPr>
        <p:txBody>
          <a:bodyPr wrap="square" lIns="0" tIns="0" rIns="0" bIns="0" anchor="t">
            <a:normAutofit/>
          </a:bodyPr>
          <a:lstStyle>
            <a:defPPr algn="l">
              <a:defRPr sz="1275" b="1">
                <a:solidFill>
                  <a:srgbClr val="627D98"/>
                </a:solidFill>
                <a:latin typeface="Arial"/>
                <a:ea typeface="Arial"/>
                <a:cs typeface="Arial"/>
              </a:defRPr>
            </a:defPPr>
            <a:lvl1pPr algn="l">
              <a:buNone/>
              <a:defRPr sz="1275" b="1">
                <a:solidFill>
                  <a:srgbClr val="627D98"/>
                </a:solidFill>
                <a:latin typeface="Arial"/>
                <a:ea typeface="Arial"/>
                <a:cs typeface="Arial"/>
              </a:defRPr>
            </a:lvl1pPr>
            <a:lvl2pPr algn="l">
              <a:buNone/>
              <a:defRPr sz="1275" b="1">
                <a:solidFill>
                  <a:srgbClr val="627D98"/>
                </a:solidFill>
                <a:latin typeface="Arial"/>
                <a:ea typeface="Arial"/>
                <a:cs typeface="Arial"/>
              </a:defRPr>
            </a:lvl2pPr>
            <a:lvl3pPr algn="l">
              <a:buNone/>
              <a:defRPr sz="1275" b="1">
                <a:solidFill>
                  <a:srgbClr val="627D98"/>
                </a:solidFill>
                <a:latin typeface="Arial"/>
                <a:ea typeface="Arial"/>
                <a:cs typeface="Arial"/>
              </a:defRPr>
            </a:lvl3pPr>
            <a:lvl4pPr algn="l">
              <a:buNone/>
              <a:defRPr sz="1275" b="1">
                <a:solidFill>
                  <a:srgbClr val="627D98"/>
                </a:solidFill>
                <a:latin typeface="Arial"/>
                <a:ea typeface="Arial"/>
                <a:cs typeface="Arial"/>
              </a:defRPr>
            </a:lvl4pPr>
            <a:lvl5pPr algn="l">
              <a:buNone/>
              <a:defRPr sz="1275" b="1">
                <a:solidFill>
                  <a:srgbClr val="627D98"/>
                </a:solidFill>
                <a:latin typeface="Arial"/>
                <a:ea typeface="Arial"/>
                <a:cs typeface="Arial"/>
              </a:defRPr>
            </a:lvl5pPr>
            <a:lvl6pPr algn="l">
              <a:buNone/>
              <a:defRPr sz="1275" b="1">
                <a:solidFill>
                  <a:srgbClr val="627D98"/>
                </a:solidFill>
                <a:latin typeface="Arial"/>
                <a:ea typeface="Arial"/>
                <a:cs typeface="Arial"/>
              </a:defRPr>
            </a:lvl6pPr>
            <a:lvl7pPr algn="l">
              <a:buNone/>
              <a:defRPr sz="1275" b="1">
                <a:solidFill>
                  <a:srgbClr val="627D98"/>
                </a:solidFill>
                <a:latin typeface="Arial"/>
                <a:ea typeface="Arial"/>
                <a:cs typeface="Arial"/>
              </a:defRPr>
            </a:lvl7pPr>
            <a:lvl8pPr algn="l">
              <a:buNone/>
              <a:defRPr sz="1275" b="1">
                <a:solidFill>
                  <a:srgbClr val="627D98"/>
                </a:solidFill>
                <a:latin typeface="Arial"/>
                <a:ea typeface="Arial"/>
                <a:cs typeface="Arial"/>
              </a:defRPr>
            </a:lvl8pPr>
            <a:lvl9pPr algn="l">
              <a:buNone/>
              <a:defRPr sz="1275" b="1">
                <a:solidFill>
                  <a:srgbClr val="627D98"/>
                </a:solidFill>
                <a:latin typeface="Arial"/>
                <a:ea typeface="Arial"/>
                <a:cs typeface="Arial"/>
              </a:defRPr>
            </a:lvl9pPr>
          </a:lstStyle>
          <a:p>
            <a:pPr algn="l">
              <a:buNone/>
              <a:defRPr sz="1275" b="1">
                <a:solidFill>
                  <a:srgbClr val="627D98"/>
                </a:solidFill>
                <a:latin typeface="Arial"/>
                <a:ea typeface="Arial"/>
                <a:cs typeface="Arial"/>
              </a:defRPr>
            </a:pPr>
            <a:r>
              <a:rPr sz="1275" b="1">
                <a:solidFill>
                  <a:srgbClr val="627D98"/>
                </a:solidFill>
                <a:latin typeface="Arial"/>
                <a:ea typeface="Arial"/>
                <a:cs typeface="Arial"/>
              </a:rPr>
              <a:t>Output</a:t>
            </a:r>
          </a:p>
        </p:txBody>
      </p:sp>
      <p:sp>
        <p:nvSpPr>
          <p:cNvPr id="29" name="직사각형 28">
            <a:extLst>
              <a:ext uri="{FF2B5EF4-FFF2-40B4-BE49-F238E27FC236}">
                <a16:creationId xmlns:a16="http://schemas.microsoft.com/office/drawing/2014/main" id="{842A8A54-24CE-414A-9A41-1FDEC1906954}"/>
              </a:ext>
            </a:extLst>
          </p:cNvPr>
          <p:cNvSpPr>
            <a:spLocks noGrp="1"/>
          </p:cNvSpPr>
          <p:nvPr/>
        </p:nvSpPr>
        <p:spPr>
          <a:xfrm>
            <a:off x="1619250" y="5524500"/>
            <a:ext cx="4572000" cy="2857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Editable suggested reply with no automatic send</a:t>
            </a:r>
          </a:p>
        </p:txBody>
      </p:sp>
      <p:sp>
        <p:nvSpPr>
          <p:cNvPr id="30" name="직사각형 29">
            <a:extLst>
              <a:ext uri="{FF2B5EF4-FFF2-40B4-BE49-F238E27FC236}">
                <a16:creationId xmlns:a16="http://schemas.microsoft.com/office/drawing/2014/main" id="{E330AF30-FBC5-4A55-8467-975EBA172A19}"/>
              </a:ext>
            </a:extLst>
          </p:cNvPr>
          <p:cNvSpPr>
            <a:spLocks noGrp="1"/>
          </p:cNvSpPr>
          <p:nvPr/>
        </p:nvSpPr>
        <p:spPr>
          <a:xfrm>
            <a:off x="6991350" y="4711700"/>
            <a:ext cx="1714500" cy="247650"/>
          </a:xfrm>
          <a:prstGeom prst="rect">
            <a:avLst/>
          </a:prstGeom>
          <a:noFill/>
          <a:ln w="0">
            <a:noFill/>
            <a:prstDash val="solid"/>
          </a:ln>
        </p:spPr>
        <p:txBody>
          <a:bodyPr wrap="square" lIns="0" tIns="0" rIns="0" bIns="0" anchor="t">
            <a:normAutofit/>
          </a:bodyPr>
          <a:lstStyle>
            <a:defPPr algn="l">
              <a:defRPr sz="1350" b="1">
                <a:solidFill>
                  <a:srgbClr val="9AA5B1"/>
                </a:solidFill>
                <a:latin typeface="Arial"/>
                <a:ea typeface="Arial"/>
                <a:cs typeface="Arial"/>
              </a:defRPr>
            </a:defPPr>
            <a:lvl1pPr algn="l">
              <a:buNone/>
              <a:defRPr sz="1350" b="1">
                <a:solidFill>
                  <a:srgbClr val="9AA5B1"/>
                </a:solidFill>
                <a:latin typeface="Arial"/>
                <a:ea typeface="Arial"/>
                <a:cs typeface="Arial"/>
              </a:defRPr>
            </a:lvl1pPr>
            <a:lvl2pPr algn="l">
              <a:buNone/>
              <a:defRPr sz="1350" b="1">
                <a:solidFill>
                  <a:srgbClr val="9AA5B1"/>
                </a:solidFill>
                <a:latin typeface="Arial"/>
                <a:ea typeface="Arial"/>
                <a:cs typeface="Arial"/>
              </a:defRPr>
            </a:lvl2pPr>
            <a:lvl3pPr algn="l">
              <a:buNone/>
              <a:defRPr sz="1350" b="1">
                <a:solidFill>
                  <a:srgbClr val="9AA5B1"/>
                </a:solidFill>
                <a:latin typeface="Arial"/>
                <a:ea typeface="Arial"/>
                <a:cs typeface="Arial"/>
              </a:defRPr>
            </a:lvl3pPr>
            <a:lvl4pPr algn="l">
              <a:buNone/>
              <a:defRPr sz="1350" b="1">
                <a:solidFill>
                  <a:srgbClr val="9AA5B1"/>
                </a:solidFill>
                <a:latin typeface="Arial"/>
                <a:ea typeface="Arial"/>
                <a:cs typeface="Arial"/>
              </a:defRPr>
            </a:lvl4pPr>
            <a:lvl5pPr algn="l">
              <a:buNone/>
              <a:defRPr sz="1350" b="1">
                <a:solidFill>
                  <a:srgbClr val="9AA5B1"/>
                </a:solidFill>
                <a:latin typeface="Arial"/>
                <a:ea typeface="Arial"/>
                <a:cs typeface="Arial"/>
              </a:defRPr>
            </a:lvl5pPr>
            <a:lvl6pPr algn="l">
              <a:buNone/>
              <a:defRPr sz="1350" b="1">
                <a:solidFill>
                  <a:srgbClr val="9AA5B1"/>
                </a:solidFill>
                <a:latin typeface="Arial"/>
                <a:ea typeface="Arial"/>
                <a:cs typeface="Arial"/>
              </a:defRPr>
            </a:lvl6pPr>
            <a:lvl7pPr algn="l">
              <a:buNone/>
              <a:defRPr sz="1350" b="1">
                <a:solidFill>
                  <a:srgbClr val="9AA5B1"/>
                </a:solidFill>
                <a:latin typeface="Arial"/>
                <a:ea typeface="Arial"/>
                <a:cs typeface="Arial"/>
              </a:defRPr>
            </a:lvl7pPr>
            <a:lvl8pPr algn="l">
              <a:buNone/>
              <a:defRPr sz="1350" b="1">
                <a:solidFill>
                  <a:srgbClr val="9AA5B1"/>
                </a:solidFill>
                <a:latin typeface="Arial"/>
                <a:ea typeface="Arial"/>
                <a:cs typeface="Arial"/>
              </a:defRPr>
            </a:lvl8pPr>
            <a:lvl9pPr algn="l">
              <a:buNone/>
              <a:defRPr sz="1350" b="1">
                <a:solidFill>
                  <a:srgbClr val="9AA5B1"/>
                </a:solidFill>
                <a:latin typeface="Arial"/>
                <a:ea typeface="Arial"/>
                <a:cs typeface="Arial"/>
              </a:defRPr>
            </a:lvl9pPr>
          </a:lstStyle>
          <a:p>
            <a:pPr algn="l">
              <a:buNone/>
              <a:defRPr sz="1350" b="1">
                <a:solidFill>
                  <a:srgbClr val="9AA5B1"/>
                </a:solidFill>
                <a:latin typeface="Arial"/>
                <a:ea typeface="Arial"/>
                <a:cs typeface="Arial"/>
              </a:defRPr>
            </a:pPr>
            <a:r>
              <a:rPr sz="1350" b="1">
                <a:solidFill>
                  <a:srgbClr val="9AA5B1"/>
                </a:solidFill>
                <a:latin typeface="Arial"/>
                <a:ea typeface="Arial"/>
                <a:cs typeface="Arial"/>
              </a:rPr>
              <a:t>Design constraint</a:t>
            </a:r>
          </a:p>
        </p:txBody>
      </p:sp>
      <p:sp>
        <p:nvSpPr>
          <p:cNvPr id="31" name="직사각형 30">
            <a:extLst>
              <a:ext uri="{FF2B5EF4-FFF2-40B4-BE49-F238E27FC236}">
                <a16:creationId xmlns:a16="http://schemas.microsoft.com/office/drawing/2014/main" id="{C5799D10-42D4-4E05-BA4E-461BB1ABDB7B}"/>
              </a:ext>
            </a:extLst>
          </p:cNvPr>
          <p:cNvSpPr>
            <a:spLocks noGrp="1"/>
          </p:cNvSpPr>
          <p:nvPr/>
        </p:nvSpPr>
        <p:spPr>
          <a:xfrm>
            <a:off x="6991350" y="5092700"/>
            <a:ext cx="4191000" cy="762000"/>
          </a:xfrm>
          <a:prstGeom prst="rect">
            <a:avLst/>
          </a:prstGeom>
          <a:noFill/>
          <a:ln w="0">
            <a:noFill/>
            <a:prstDash val="solid"/>
          </a:ln>
        </p:spPr>
        <p:txBody>
          <a:bodyPr wrap="square" lIns="0" tIns="0" rIns="0" bIns="0" anchor="t">
            <a:normAutofit/>
          </a:bodyPr>
          <a:lstStyle>
            <a:defPPr algn="l">
              <a:defRPr sz="1425" b="0">
                <a:solidFill>
                  <a:srgbClr val="1F2933"/>
                </a:solidFill>
                <a:latin typeface="Arial"/>
                <a:ea typeface="Arial"/>
                <a:cs typeface="Arial"/>
              </a:defRPr>
            </a:defPPr>
            <a:lvl1pPr algn="l">
              <a:buNone/>
              <a:defRPr sz="1425" b="0">
                <a:solidFill>
                  <a:srgbClr val="1F2933"/>
                </a:solidFill>
                <a:latin typeface="Arial"/>
                <a:ea typeface="Arial"/>
                <a:cs typeface="Arial"/>
              </a:defRPr>
            </a:lvl1pPr>
            <a:lvl2pPr algn="l">
              <a:buNone/>
              <a:defRPr sz="1425" b="0">
                <a:solidFill>
                  <a:srgbClr val="1F2933"/>
                </a:solidFill>
                <a:latin typeface="Arial"/>
                <a:ea typeface="Arial"/>
                <a:cs typeface="Arial"/>
              </a:defRPr>
            </a:lvl2pPr>
            <a:lvl3pPr algn="l">
              <a:buNone/>
              <a:defRPr sz="1425" b="0">
                <a:solidFill>
                  <a:srgbClr val="1F2933"/>
                </a:solidFill>
                <a:latin typeface="Arial"/>
                <a:ea typeface="Arial"/>
                <a:cs typeface="Arial"/>
              </a:defRPr>
            </a:lvl3pPr>
            <a:lvl4pPr algn="l">
              <a:buNone/>
              <a:defRPr sz="1425" b="0">
                <a:solidFill>
                  <a:srgbClr val="1F2933"/>
                </a:solidFill>
                <a:latin typeface="Arial"/>
                <a:ea typeface="Arial"/>
                <a:cs typeface="Arial"/>
              </a:defRPr>
            </a:lvl4pPr>
            <a:lvl5pPr algn="l">
              <a:buNone/>
              <a:defRPr sz="1425" b="0">
                <a:solidFill>
                  <a:srgbClr val="1F2933"/>
                </a:solidFill>
                <a:latin typeface="Arial"/>
                <a:ea typeface="Arial"/>
                <a:cs typeface="Arial"/>
              </a:defRPr>
            </a:lvl5pPr>
            <a:lvl6pPr algn="l">
              <a:buNone/>
              <a:defRPr sz="1425" b="0">
                <a:solidFill>
                  <a:srgbClr val="1F2933"/>
                </a:solidFill>
                <a:latin typeface="Arial"/>
                <a:ea typeface="Arial"/>
                <a:cs typeface="Arial"/>
              </a:defRPr>
            </a:lvl6pPr>
            <a:lvl7pPr algn="l">
              <a:buNone/>
              <a:defRPr sz="1425" b="0">
                <a:solidFill>
                  <a:srgbClr val="1F2933"/>
                </a:solidFill>
                <a:latin typeface="Arial"/>
                <a:ea typeface="Arial"/>
                <a:cs typeface="Arial"/>
              </a:defRPr>
            </a:lvl7pPr>
            <a:lvl8pPr algn="l">
              <a:buNone/>
              <a:defRPr sz="1425" b="0">
                <a:solidFill>
                  <a:srgbClr val="1F2933"/>
                </a:solidFill>
                <a:latin typeface="Arial"/>
                <a:ea typeface="Arial"/>
                <a:cs typeface="Arial"/>
              </a:defRPr>
            </a:lvl8pPr>
            <a:lvl9pPr algn="l">
              <a:buNone/>
              <a:defRPr sz="1425" b="0">
                <a:solidFill>
                  <a:srgbClr val="1F2933"/>
                </a:solidFill>
                <a:latin typeface="Arial"/>
                <a:ea typeface="Arial"/>
                <a:cs typeface="Arial"/>
              </a:defRPr>
            </a:lvl9pPr>
          </a:lstStyle>
          <a:p>
            <a:pPr algn="l">
              <a:lnSpc>
                <a:spcPct val="110000"/>
              </a:lnSpc>
              <a:buNone/>
              <a:defRPr sz="1425" b="0">
                <a:solidFill>
                  <a:srgbClr val="1F2933"/>
                </a:solidFill>
                <a:latin typeface="Arial"/>
                <a:ea typeface="Arial"/>
                <a:cs typeface="Arial"/>
              </a:defRPr>
            </a:pPr>
            <a:r>
              <a:rPr sz="1425" b="0" dirty="0">
                <a:solidFill>
                  <a:srgbClr val="1F2933"/>
                </a:solidFill>
                <a:latin typeface="Arial"/>
                <a:ea typeface="Arial"/>
                <a:cs typeface="Arial"/>
              </a:rPr>
              <a:t>The model receives only the context required for the selected message. </a:t>
            </a:r>
            <a:r>
              <a:rPr sz="1425" b="0" dirty="0" err="1">
                <a:solidFill>
                  <a:srgbClr val="1F2933"/>
                </a:solidFill>
                <a:latin typeface="Arial"/>
                <a:ea typeface="Arial"/>
                <a:cs typeface="Arial"/>
              </a:rPr>
              <a:t>MailFlow</a:t>
            </a:r>
            <a:r>
              <a:rPr sz="1425" b="0" dirty="0">
                <a:solidFill>
                  <a:srgbClr val="1F2933"/>
                </a:solidFill>
                <a:latin typeface="Arial"/>
                <a:ea typeface="Arial"/>
                <a:cs typeface="Arial"/>
              </a:rPr>
              <a:t> must not send the </a:t>
            </a:r>
            <a:endParaRPr lang="en-US" sz="1425" b="0" dirty="0">
              <a:solidFill>
                <a:srgbClr val="1F2933"/>
              </a:solidFill>
              <a:latin typeface="Arial"/>
              <a:ea typeface="Arial"/>
              <a:cs typeface="Arial"/>
            </a:endParaRPr>
          </a:p>
          <a:p>
            <a:pPr algn="l">
              <a:lnSpc>
                <a:spcPct val="110000"/>
              </a:lnSpc>
              <a:buNone/>
              <a:defRPr sz="1425" b="0">
                <a:solidFill>
                  <a:srgbClr val="1F2933"/>
                </a:solidFill>
                <a:latin typeface="Arial"/>
                <a:ea typeface="Arial"/>
                <a:cs typeface="Arial"/>
              </a:defRPr>
            </a:pPr>
            <a:r>
              <a:rPr sz="1425" b="0" dirty="0">
                <a:solidFill>
                  <a:srgbClr val="1F2933"/>
                </a:solidFill>
                <a:latin typeface="Arial"/>
                <a:ea typeface="Arial"/>
                <a:cs typeface="Arial"/>
              </a:rPr>
              <a:t>reply automatically.</a:t>
            </a:r>
          </a:p>
        </p:txBody>
      </p:sp>
      <p:sp>
        <p:nvSpPr>
          <p:cNvPr id="32" name="직사각형 31">
            <a:extLst>
              <a:ext uri="{FF2B5EF4-FFF2-40B4-BE49-F238E27FC236}">
                <a16:creationId xmlns:a16="http://schemas.microsoft.com/office/drawing/2014/main" id="{F2243940-07AB-46D5-803B-44F2967C89C1}"/>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33" name="직사각형 32">
            <a:extLst>
              <a:ext uri="{FF2B5EF4-FFF2-40B4-BE49-F238E27FC236}">
                <a16:creationId xmlns:a16="http://schemas.microsoft.com/office/drawing/2014/main" id="{56D37E92-647D-49A5-8312-06F70BB2994A}"/>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08</a:t>
            </a:r>
          </a:p>
        </p:txBody>
      </p:sp>
    </p:spTree>
    <p:extLst>
      <p:ext uri="{BB962C8B-B14F-4D97-AF65-F5344CB8AC3E}">
        <p14:creationId xmlns:p14="http://schemas.microsoft.com/office/powerpoint/2010/main" val="37692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직사각형 27">
            <a:extLst>
              <a:ext uri="{FF2B5EF4-FFF2-40B4-BE49-F238E27FC236}">
                <a16:creationId xmlns:a16="http://schemas.microsoft.com/office/drawing/2014/main" id="{A981985C-3EA5-47A0-B756-4E0EEAFC1951}"/>
              </a:ext>
            </a:extLst>
          </p:cNvPr>
          <p:cNvSpPr>
            <a:spLocks noGrp="1"/>
          </p:cNvSpPr>
          <p:nvPr/>
        </p:nvSpPr>
        <p:spPr>
          <a:xfrm>
            <a:off x="609600" y="400050"/>
            <a:ext cx="10668000" cy="552450"/>
          </a:xfrm>
          <a:prstGeom prst="rect">
            <a:avLst/>
          </a:prstGeom>
          <a:noFill/>
          <a:ln w="0">
            <a:noFill/>
            <a:prstDash val="solid"/>
          </a:ln>
        </p:spPr>
        <p:txBody>
          <a:bodyPr wrap="square" lIns="0" tIns="0" rIns="0" bIns="0" anchor="t">
            <a:normAutofit/>
          </a:bodyPr>
          <a:lstStyle>
            <a:defPPr algn="l">
              <a:defRPr sz="3150" b="1">
                <a:solidFill>
                  <a:srgbClr val="102A43"/>
                </a:solidFill>
                <a:latin typeface="Arial"/>
                <a:ea typeface="Arial"/>
                <a:cs typeface="Arial"/>
              </a:defRPr>
            </a:defPPr>
            <a:lvl1pPr algn="l">
              <a:buNone/>
              <a:defRPr sz="3150" b="1">
                <a:solidFill>
                  <a:srgbClr val="102A43"/>
                </a:solidFill>
                <a:latin typeface="Arial"/>
                <a:ea typeface="Arial"/>
                <a:cs typeface="Arial"/>
              </a:defRPr>
            </a:lvl1pPr>
            <a:lvl2pPr algn="l">
              <a:buNone/>
              <a:defRPr sz="3150" b="1">
                <a:solidFill>
                  <a:srgbClr val="102A43"/>
                </a:solidFill>
                <a:latin typeface="Arial"/>
                <a:ea typeface="Arial"/>
                <a:cs typeface="Arial"/>
              </a:defRPr>
            </a:lvl2pPr>
            <a:lvl3pPr algn="l">
              <a:buNone/>
              <a:defRPr sz="3150" b="1">
                <a:solidFill>
                  <a:srgbClr val="102A43"/>
                </a:solidFill>
                <a:latin typeface="Arial"/>
                <a:ea typeface="Arial"/>
                <a:cs typeface="Arial"/>
              </a:defRPr>
            </a:lvl3pPr>
            <a:lvl4pPr algn="l">
              <a:buNone/>
              <a:defRPr sz="3150" b="1">
                <a:solidFill>
                  <a:srgbClr val="102A43"/>
                </a:solidFill>
                <a:latin typeface="Arial"/>
                <a:ea typeface="Arial"/>
                <a:cs typeface="Arial"/>
              </a:defRPr>
            </a:lvl4pPr>
            <a:lvl5pPr algn="l">
              <a:buNone/>
              <a:defRPr sz="3150" b="1">
                <a:solidFill>
                  <a:srgbClr val="102A43"/>
                </a:solidFill>
                <a:latin typeface="Arial"/>
                <a:ea typeface="Arial"/>
                <a:cs typeface="Arial"/>
              </a:defRPr>
            </a:lvl5pPr>
            <a:lvl6pPr algn="l">
              <a:buNone/>
              <a:defRPr sz="3150" b="1">
                <a:solidFill>
                  <a:srgbClr val="102A43"/>
                </a:solidFill>
                <a:latin typeface="Arial"/>
                <a:ea typeface="Arial"/>
                <a:cs typeface="Arial"/>
              </a:defRPr>
            </a:lvl6pPr>
            <a:lvl7pPr algn="l">
              <a:buNone/>
              <a:defRPr sz="3150" b="1">
                <a:solidFill>
                  <a:srgbClr val="102A43"/>
                </a:solidFill>
                <a:latin typeface="Arial"/>
                <a:ea typeface="Arial"/>
                <a:cs typeface="Arial"/>
              </a:defRPr>
            </a:lvl7pPr>
            <a:lvl8pPr algn="l">
              <a:buNone/>
              <a:defRPr sz="3150" b="1">
                <a:solidFill>
                  <a:srgbClr val="102A43"/>
                </a:solidFill>
                <a:latin typeface="Arial"/>
                <a:ea typeface="Arial"/>
                <a:cs typeface="Arial"/>
              </a:defRPr>
            </a:lvl8pPr>
            <a:lvl9pPr algn="l">
              <a:buNone/>
              <a:defRPr sz="3150" b="1">
                <a:solidFill>
                  <a:srgbClr val="102A43"/>
                </a:solidFill>
                <a:latin typeface="Arial"/>
                <a:ea typeface="Arial"/>
                <a:cs typeface="Arial"/>
              </a:defRPr>
            </a:lvl9pPr>
          </a:lstStyle>
          <a:p>
            <a:pPr algn="l">
              <a:buNone/>
              <a:defRPr sz="3150" b="1">
                <a:solidFill>
                  <a:srgbClr val="102A43"/>
                </a:solidFill>
                <a:latin typeface="Arial"/>
                <a:ea typeface="Arial"/>
                <a:cs typeface="Arial"/>
              </a:defRPr>
            </a:pPr>
            <a:r>
              <a:rPr sz="3150" b="1">
                <a:solidFill>
                  <a:srgbClr val="102A43"/>
                </a:solidFill>
                <a:latin typeface="Arial"/>
                <a:ea typeface="Arial"/>
                <a:cs typeface="Arial"/>
              </a:rPr>
              <a:t>Planned Calendar event flow</a:t>
            </a:r>
          </a:p>
        </p:txBody>
      </p:sp>
      <p:sp>
        <p:nvSpPr>
          <p:cNvPr id="2" name="직사각형 1">
            <a:extLst>
              <a:ext uri="{FF2B5EF4-FFF2-40B4-BE49-F238E27FC236}">
                <a16:creationId xmlns:a16="http://schemas.microsoft.com/office/drawing/2014/main" id="{C51EB92D-238C-4259-A495-10A45D29EFFC}"/>
              </a:ext>
            </a:extLst>
          </p:cNvPr>
          <p:cNvSpPr>
            <a:spLocks noGrp="1"/>
          </p:cNvSpPr>
          <p:nvPr/>
        </p:nvSpPr>
        <p:spPr>
          <a:xfrm>
            <a:off x="628650" y="990600"/>
            <a:ext cx="10572750" cy="342900"/>
          </a:xfrm>
          <a:prstGeom prst="rect">
            <a:avLst/>
          </a:prstGeom>
          <a:noFill/>
          <a:ln w="0">
            <a:noFill/>
            <a:prstDash val="solid"/>
          </a:ln>
        </p:spPr>
        <p:txBody>
          <a:bodyPr wrap="square" lIns="0" tIns="0" rIns="0" bIns="0" anchor="t">
            <a:normAutofit/>
          </a:bodyPr>
          <a:lstStyle>
            <a:defPPr algn="l">
              <a:defRPr sz="1500" b="0">
                <a:solidFill>
                  <a:srgbClr val="627D98"/>
                </a:solidFill>
                <a:latin typeface="Arial"/>
                <a:ea typeface="Arial"/>
                <a:cs typeface="Arial"/>
              </a:defRPr>
            </a:defPPr>
            <a:lvl1pPr algn="l">
              <a:buNone/>
              <a:defRPr sz="1500" b="0">
                <a:solidFill>
                  <a:srgbClr val="627D98"/>
                </a:solidFill>
                <a:latin typeface="Arial"/>
                <a:ea typeface="Arial"/>
                <a:cs typeface="Arial"/>
              </a:defRPr>
            </a:lvl1pPr>
            <a:lvl2pPr algn="l">
              <a:buNone/>
              <a:defRPr sz="1500" b="0">
                <a:solidFill>
                  <a:srgbClr val="627D98"/>
                </a:solidFill>
                <a:latin typeface="Arial"/>
                <a:ea typeface="Arial"/>
                <a:cs typeface="Arial"/>
              </a:defRPr>
            </a:lvl2pPr>
            <a:lvl3pPr algn="l">
              <a:buNone/>
              <a:defRPr sz="1500" b="0">
                <a:solidFill>
                  <a:srgbClr val="627D98"/>
                </a:solidFill>
                <a:latin typeface="Arial"/>
                <a:ea typeface="Arial"/>
                <a:cs typeface="Arial"/>
              </a:defRPr>
            </a:lvl3pPr>
            <a:lvl4pPr algn="l">
              <a:buNone/>
              <a:defRPr sz="1500" b="0">
                <a:solidFill>
                  <a:srgbClr val="627D98"/>
                </a:solidFill>
                <a:latin typeface="Arial"/>
                <a:ea typeface="Arial"/>
                <a:cs typeface="Arial"/>
              </a:defRPr>
            </a:lvl4pPr>
            <a:lvl5pPr algn="l">
              <a:buNone/>
              <a:defRPr sz="1500" b="0">
                <a:solidFill>
                  <a:srgbClr val="627D98"/>
                </a:solidFill>
                <a:latin typeface="Arial"/>
                <a:ea typeface="Arial"/>
                <a:cs typeface="Arial"/>
              </a:defRPr>
            </a:lvl5pPr>
            <a:lvl6pPr algn="l">
              <a:buNone/>
              <a:defRPr sz="1500" b="0">
                <a:solidFill>
                  <a:srgbClr val="627D98"/>
                </a:solidFill>
                <a:latin typeface="Arial"/>
                <a:ea typeface="Arial"/>
                <a:cs typeface="Arial"/>
              </a:defRPr>
            </a:lvl6pPr>
            <a:lvl7pPr algn="l">
              <a:buNone/>
              <a:defRPr sz="1500" b="0">
                <a:solidFill>
                  <a:srgbClr val="627D98"/>
                </a:solidFill>
                <a:latin typeface="Arial"/>
                <a:ea typeface="Arial"/>
                <a:cs typeface="Arial"/>
              </a:defRPr>
            </a:lvl7pPr>
            <a:lvl8pPr algn="l">
              <a:buNone/>
              <a:defRPr sz="1500" b="0">
                <a:solidFill>
                  <a:srgbClr val="627D98"/>
                </a:solidFill>
                <a:latin typeface="Arial"/>
                <a:ea typeface="Arial"/>
                <a:cs typeface="Arial"/>
              </a:defRPr>
            </a:lvl8pPr>
            <a:lvl9pPr algn="l">
              <a:buNone/>
              <a:defRPr sz="1500" b="0">
                <a:solidFill>
                  <a:srgbClr val="627D98"/>
                </a:solidFill>
                <a:latin typeface="Arial"/>
                <a:ea typeface="Arial"/>
                <a:cs typeface="Arial"/>
              </a:defRPr>
            </a:lvl9pPr>
          </a:lstStyle>
          <a:p>
            <a:pPr algn="l">
              <a:buNone/>
              <a:defRPr sz="1500" b="0">
                <a:solidFill>
                  <a:srgbClr val="627D98"/>
                </a:solidFill>
                <a:latin typeface="Arial"/>
                <a:ea typeface="Arial"/>
                <a:cs typeface="Arial"/>
              </a:defRPr>
            </a:pPr>
            <a:r>
              <a:rPr sz="1500" b="0">
                <a:solidFill>
                  <a:srgbClr val="627D98"/>
                </a:solidFill>
                <a:latin typeface="Arial"/>
                <a:ea typeface="Arial"/>
                <a:cs typeface="Arial"/>
              </a:rPr>
              <a:t>Extraction and creation use separate API calls so the user can correct event details first</a:t>
            </a:r>
          </a:p>
        </p:txBody>
      </p:sp>
      <p:sp>
        <p:nvSpPr>
          <p:cNvPr id="3" name="직선 연결선 2">
            <a:extLst>
              <a:ext uri="{FF2B5EF4-FFF2-40B4-BE49-F238E27FC236}">
                <a16:creationId xmlns:a16="http://schemas.microsoft.com/office/drawing/2014/main" id="{9B1CD781-30EF-42DA-940D-25A39C2A0D1E}"/>
              </a:ext>
            </a:extLst>
          </p:cNvPr>
          <p:cNvSpPr>
            <a:spLocks noGrp="1"/>
          </p:cNvSpPr>
          <p:nvPr/>
        </p:nvSpPr>
        <p:spPr>
          <a:xfrm>
            <a:off x="609600" y="1352550"/>
            <a:ext cx="10972800" cy="0"/>
          </a:xfrm>
          <a:prstGeom prst="line">
            <a:avLst/>
          </a:prstGeom>
          <a:noFill/>
          <a:ln w="9525">
            <a:solidFill>
              <a:srgbClr val="BCCCDC"/>
            </a:solidFill>
            <a:prstDash val="solid"/>
          </a:ln>
        </p:spPr>
        <p:txBody>
          <a:bodyPr/>
          <a:lstStyle/>
          <a:p>
            <a:endParaRPr lang="ko-KR" altLang="en-US"/>
          </a:p>
        </p:txBody>
      </p:sp>
      <p:sp>
        <p:nvSpPr>
          <p:cNvPr id="4" name="직사각형 3">
            <a:extLst>
              <a:ext uri="{FF2B5EF4-FFF2-40B4-BE49-F238E27FC236}">
                <a16:creationId xmlns:a16="http://schemas.microsoft.com/office/drawing/2014/main" id="{CD8BD599-F0C5-476A-8FD0-406FF8965C44}"/>
              </a:ext>
            </a:extLst>
          </p:cNvPr>
          <p:cNvSpPr>
            <a:spLocks noGrp="1"/>
          </p:cNvSpPr>
          <p:nvPr/>
        </p:nvSpPr>
        <p:spPr>
          <a:xfrm>
            <a:off x="723900" y="1657350"/>
            <a:ext cx="1714500" cy="228600"/>
          </a:xfrm>
          <a:prstGeom prst="rect">
            <a:avLst/>
          </a:prstGeom>
          <a:noFill/>
          <a:ln w="0">
            <a:noFill/>
            <a:prstDash val="solid"/>
          </a:ln>
        </p:spPr>
        <p:txBody>
          <a:bodyPr wrap="square" lIns="0" tIns="0" rIns="0" bIns="0" anchor="t">
            <a:normAutofit/>
          </a:bodyPr>
          <a:lstStyle>
            <a:defPPr algn="l">
              <a:defRPr sz="1125" b="1">
                <a:solidFill>
                  <a:srgbClr val="9AA5B1"/>
                </a:solidFill>
                <a:latin typeface="Arial"/>
                <a:ea typeface="Arial"/>
                <a:cs typeface="Arial"/>
              </a:defRPr>
            </a:defPPr>
            <a:lvl1pPr algn="l">
              <a:buNone/>
              <a:defRPr sz="1125" b="1">
                <a:solidFill>
                  <a:srgbClr val="9AA5B1"/>
                </a:solidFill>
                <a:latin typeface="Arial"/>
                <a:ea typeface="Arial"/>
                <a:cs typeface="Arial"/>
              </a:defRPr>
            </a:lvl1pPr>
            <a:lvl2pPr algn="l">
              <a:buNone/>
              <a:defRPr sz="1125" b="1">
                <a:solidFill>
                  <a:srgbClr val="9AA5B1"/>
                </a:solidFill>
                <a:latin typeface="Arial"/>
                <a:ea typeface="Arial"/>
                <a:cs typeface="Arial"/>
              </a:defRPr>
            </a:lvl2pPr>
            <a:lvl3pPr algn="l">
              <a:buNone/>
              <a:defRPr sz="1125" b="1">
                <a:solidFill>
                  <a:srgbClr val="9AA5B1"/>
                </a:solidFill>
                <a:latin typeface="Arial"/>
                <a:ea typeface="Arial"/>
                <a:cs typeface="Arial"/>
              </a:defRPr>
            </a:lvl3pPr>
            <a:lvl4pPr algn="l">
              <a:buNone/>
              <a:defRPr sz="1125" b="1">
                <a:solidFill>
                  <a:srgbClr val="9AA5B1"/>
                </a:solidFill>
                <a:latin typeface="Arial"/>
                <a:ea typeface="Arial"/>
                <a:cs typeface="Arial"/>
              </a:defRPr>
            </a:lvl4pPr>
            <a:lvl5pPr algn="l">
              <a:buNone/>
              <a:defRPr sz="1125" b="1">
                <a:solidFill>
                  <a:srgbClr val="9AA5B1"/>
                </a:solidFill>
                <a:latin typeface="Arial"/>
                <a:ea typeface="Arial"/>
                <a:cs typeface="Arial"/>
              </a:defRPr>
            </a:lvl5pPr>
            <a:lvl6pPr algn="l">
              <a:buNone/>
              <a:defRPr sz="1125" b="1">
                <a:solidFill>
                  <a:srgbClr val="9AA5B1"/>
                </a:solidFill>
                <a:latin typeface="Arial"/>
                <a:ea typeface="Arial"/>
                <a:cs typeface="Arial"/>
              </a:defRPr>
            </a:lvl6pPr>
            <a:lvl7pPr algn="l">
              <a:buNone/>
              <a:defRPr sz="1125" b="1">
                <a:solidFill>
                  <a:srgbClr val="9AA5B1"/>
                </a:solidFill>
                <a:latin typeface="Arial"/>
                <a:ea typeface="Arial"/>
                <a:cs typeface="Arial"/>
              </a:defRPr>
            </a:lvl7pPr>
            <a:lvl8pPr algn="l">
              <a:buNone/>
              <a:defRPr sz="1125" b="1">
                <a:solidFill>
                  <a:srgbClr val="9AA5B1"/>
                </a:solidFill>
                <a:latin typeface="Arial"/>
                <a:ea typeface="Arial"/>
                <a:cs typeface="Arial"/>
              </a:defRPr>
            </a:lvl8pPr>
            <a:lvl9pPr algn="l">
              <a:buNone/>
              <a:defRPr sz="1125" b="1">
                <a:solidFill>
                  <a:srgbClr val="9AA5B1"/>
                </a:solidFill>
                <a:latin typeface="Arial"/>
                <a:ea typeface="Arial"/>
                <a:cs typeface="Arial"/>
              </a:defRPr>
            </a:lvl9pPr>
          </a:lstStyle>
          <a:p>
            <a:pPr algn="l">
              <a:buNone/>
              <a:defRPr sz="1125" b="1">
                <a:solidFill>
                  <a:srgbClr val="9AA5B1"/>
                </a:solidFill>
                <a:latin typeface="Arial"/>
                <a:ea typeface="Arial"/>
                <a:cs typeface="Arial"/>
              </a:defRPr>
            </a:pPr>
            <a:r>
              <a:rPr sz="1125" b="1">
                <a:solidFill>
                  <a:srgbClr val="9AA5B1"/>
                </a:solidFill>
                <a:latin typeface="Arial"/>
                <a:ea typeface="Arial"/>
                <a:cs typeface="Arial"/>
              </a:rPr>
              <a:t>PLANNED</a:t>
            </a:r>
          </a:p>
        </p:txBody>
      </p:sp>
      <p:sp>
        <p:nvSpPr>
          <p:cNvPr id="5" name="직선 연결선 4">
            <a:extLst>
              <a:ext uri="{FF2B5EF4-FFF2-40B4-BE49-F238E27FC236}">
                <a16:creationId xmlns:a16="http://schemas.microsoft.com/office/drawing/2014/main" id="{3174F23B-92A8-4ECF-A4BD-24E1725C4A47}"/>
              </a:ext>
            </a:extLst>
          </p:cNvPr>
          <p:cNvSpPr>
            <a:spLocks noGrp="1"/>
          </p:cNvSpPr>
          <p:nvPr/>
        </p:nvSpPr>
        <p:spPr>
          <a:xfrm>
            <a:off x="723900" y="1924050"/>
            <a:ext cx="1524000" cy="0"/>
          </a:xfrm>
          <a:prstGeom prst="line">
            <a:avLst/>
          </a:prstGeom>
          <a:noFill/>
          <a:ln w="28575">
            <a:solidFill>
              <a:srgbClr val="9AA5B1"/>
            </a:solidFill>
            <a:prstDash val="dash"/>
          </a:ln>
        </p:spPr>
        <p:txBody>
          <a:bodyPr/>
          <a:lstStyle/>
          <a:p>
            <a:endParaRPr lang="ko-KR" altLang="en-US"/>
          </a:p>
        </p:txBody>
      </p:sp>
      <p:sp>
        <p:nvSpPr>
          <p:cNvPr id="6" name="사각형: 둥근 모서리 5">
            <a:extLst>
              <a:ext uri="{FF2B5EF4-FFF2-40B4-BE49-F238E27FC236}">
                <a16:creationId xmlns:a16="http://schemas.microsoft.com/office/drawing/2014/main" id="{1EFF53C1-DCED-4A04-9A36-2D1C7802EBA3}"/>
              </a:ext>
            </a:extLst>
          </p:cNvPr>
          <p:cNvSpPr>
            <a:spLocks noGrp="1"/>
          </p:cNvSpPr>
          <p:nvPr/>
        </p:nvSpPr>
        <p:spPr>
          <a:xfrm>
            <a:off x="704850" y="2457450"/>
            <a:ext cx="1676400" cy="685800"/>
          </a:xfrm>
          <a:prstGeom prst="roundRect">
            <a:avLst>
              <a:gd name="adj" fmla="val 16667"/>
            </a:avLst>
          </a:prstGeom>
          <a:solidFill>
            <a:srgbClr val="FFFFFF"/>
          </a:solidFill>
          <a:ln w="14288">
            <a:solidFill>
              <a:srgbClr val="243B53"/>
            </a:solidFill>
            <a:prstDash val="solid"/>
          </a:ln>
        </p:spPr>
        <p:txBody>
          <a:bodyPr wrap="square" lIns="95250" tIns="95250" rIns="95250" bIns="95250" anchor="ctr">
            <a:normAutofit/>
          </a:bodyPr>
          <a:lstStyle>
            <a:defPPr algn="ctr">
              <a:defRPr sz="1425" b="1">
                <a:solidFill>
                  <a:srgbClr val="1F2933"/>
                </a:solidFill>
                <a:latin typeface="Arial"/>
                <a:ea typeface="Arial"/>
                <a:cs typeface="Arial"/>
              </a:defRPr>
            </a:defPPr>
            <a:lvl1pPr algn="ctr">
              <a:buNone/>
              <a:defRPr sz="1425" b="1">
                <a:solidFill>
                  <a:srgbClr val="1F2933"/>
                </a:solidFill>
                <a:latin typeface="Arial"/>
                <a:ea typeface="Arial"/>
                <a:cs typeface="Arial"/>
              </a:defRPr>
            </a:lvl1pPr>
            <a:lvl2pPr algn="ctr">
              <a:buNone/>
              <a:defRPr sz="1425" b="1">
                <a:solidFill>
                  <a:srgbClr val="1F2933"/>
                </a:solidFill>
                <a:latin typeface="Arial"/>
                <a:ea typeface="Arial"/>
                <a:cs typeface="Arial"/>
              </a:defRPr>
            </a:lvl2pPr>
            <a:lvl3pPr algn="ctr">
              <a:buNone/>
              <a:defRPr sz="1425" b="1">
                <a:solidFill>
                  <a:srgbClr val="1F2933"/>
                </a:solidFill>
                <a:latin typeface="Arial"/>
                <a:ea typeface="Arial"/>
                <a:cs typeface="Arial"/>
              </a:defRPr>
            </a:lvl3pPr>
            <a:lvl4pPr algn="ctr">
              <a:buNone/>
              <a:defRPr sz="1425" b="1">
                <a:solidFill>
                  <a:srgbClr val="1F2933"/>
                </a:solidFill>
                <a:latin typeface="Arial"/>
                <a:ea typeface="Arial"/>
                <a:cs typeface="Arial"/>
              </a:defRPr>
            </a:lvl4pPr>
            <a:lvl5pPr algn="ctr">
              <a:buNone/>
              <a:defRPr sz="1425" b="1">
                <a:solidFill>
                  <a:srgbClr val="1F2933"/>
                </a:solidFill>
                <a:latin typeface="Arial"/>
                <a:ea typeface="Arial"/>
                <a:cs typeface="Arial"/>
              </a:defRPr>
            </a:lvl5pPr>
            <a:lvl6pPr algn="ctr">
              <a:buNone/>
              <a:defRPr sz="1425" b="1">
                <a:solidFill>
                  <a:srgbClr val="1F2933"/>
                </a:solidFill>
                <a:latin typeface="Arial"/>
                <a:ea typeface="Arial"/>
                <a:cs typeface="Arial"/>
              </a:defRPr>
            </a:lvl6pPr>
            <a:lvl7pPr algn="ctr">
              <a:buNone/>
              <a:defRPr sz="1425" b="1">
                <a:solidFill>
                  <a:srgbClr val="1F2933"/>
                </a:solidFill>
                <a:latin typeface="Arial"/>
                <a:ea typeface="Arial"/>
                <a:cs typeface="Arial"/>
              </a:defRPr>
            </a:lvl7pPr>
            <a:lvl8pPr algn="ctr">
              <a:buNone/>
              <a:defRPr sz="1425" b="1">
                <a:solidFill>
                  <a:srgbClr val="1F2933"/>
                </a:solidFill>
                <a:latin typeface="Arial"/>
                <a:ea typeface="Arial"/>
                <a:cs typeface="Arial"/>
              </a:defRPr>
            </a:lvl8pPr>
            <a:lvl9pPr algn="ctr">
              <a:buNone/>
              <a:defRPr sz="1425" b="1">
                <a:solidFill>
                  <a:srgbClr val="1F2933"/>
                </a:solidFill>
                <a:latin typeface="Arial"/>
                <a:ea typeface="Arial"/>
                <a:cs typeface="Arial"/>
              </a:defRPr>
            </a:lvl9pPr>
          </a:lstStyle>
          <a:p>
            <a:pPr algn="ctr">
              <a:buNone/>
              <a:defRPr sz="1425" b="1">
                <a:solidFill>
                  <a:srgbClr val="1F2933"/>
                </a:solidFill>
                <a:latin typeface="Arial"/>
                <a:ea typeface="Arial"/>
                <a:cs typeface="Arial"/>
              </a:defRPr>
            </a:pPr>
            <a:r>
              <a:rPr sz="1425" b="1">
                <a:solidFill>
                  <a:srgbClr val="1F2933"/>
                </a:solidFill>
                <a:latin typeface="Arial"/>
                <a:ea typeface="Arial"/>
                <a:cs typeface="Arial"/>
              </a:rPr>
              <a:t>Selected email</a:t>
            </a:r>
          </a:p>
        </p:txBody>
      </p:sp>
      <p:sp>
        <p:nvSpPr>
          <p:cNvPr id="7" name="사각형: 둥근 모서리 6">
            <a:extLst>
              <a:ext uri="{FF2B5EF4-FFF2-40B4-BE49-F238E27FC236}">
                <a16:creationId xmlns:a16="http://schemas.microsoft.com/office/drawing/2014/main" id="{814A89A8-96F9-4E34-8D79-5F4CF7FD3982}"/>
              </a:ext>
            </a:extLst>
          </p:cNvPr>
          <p:cNvSpPr>
            <a:spLocks noGrp="1"/>
          </p:cNvSpPr>
          <p:nvPr/>
        </p:nvSpPr>
        <p:spPr>
          <a:xfrm>
            <a:off x="3143250" y="2203449"/>
            <a:ext cx="1809750" cy="1123947"/>
          </a:xfrm>
          <a:prstGeom prst="roundRect">
            <a:avLst>
              <a:gd name="adj" fmla="val 16667"/>
            </a:avLst>
          </a:prstGeom>
          <a:solidFill>
            <a:srgbClr val="102A43"/>
          </a:solidFill>
          <a:ln w="14288">
            <a:solidFill>
              <a:srgbClr val="102A43"/>
            </a:solidFill>
            <a:prstDash val="solid"/>
          </a:ln>
        </p:spPr>
        <p:txBody>
          <a:bodyPr wrap="square" lIns="95250" tIns="95250" rIns="95250" bIns="95250" anchor="ctr">
            <a:normAutofit fontScale="98703"/>
          </a:bodyPr>
          <a:lstStyle>
            <a:defPPr algn="ctr">
              <a:defRPr sz="1425" b="1">
                <a:solidFill>
                  <a:srgbClr val="FFFFFF"/>
                </a:solidFill>
                <a:latin typeface="Arial"/>
                <a:ea typeface="Arial"/>
                <a:cs typeface="Arial"/>
              </a:defRPr>
            </a:defPPr>
            <a:lvl1pPr algn="ctr">
              <a:buNone/>
              <a:defRPr sz="1425" b="1">
                <a:solidFill>
                  <a:srgbClr val="FFFFFF"/>
                </a:solidFill>
                <a:latin typeface="Arial"/>
                <a:ea typeface="Arial"/>
                <a:cs typeface="Arial"/>
              </a:defRPr>
            </a:lvl1pPr>
            <a:lvl2pPr algn="ctr">
              <a:buNone/>
              <a:defRPr sz="1425" b="1">
                <a:solidFill>
                  <a:srgbClr val="FFFFFF"/>
                </a:solidFill>
                <a:latin typeface="Arial"/>
                <a:ea typeface="Arial"/>
                <a:cs typeface="Arial"/>
              </a:defRPr>
            </a:lvl2pPr>
            <a:lvl3pPr algn="ctr">
              <a:buNone/>
              <a:defRPr sz="1425" b="1">
                <a:solidFill>
                  <a:srgbClr val="FFFFFF"/>
                </a:solidFill>
                <a:latin typeface="Arial"/>
                <a:ea typeface="Arial"/>
                <a:cs typeface="Arial"/>
              </a:defRPr>
            </a:lvl3pPr>
            <a:lvl4pPr algn="ctr">
              <a:buNone/>
              <a:defRPr sz="1425" b="1">
                <a:solidFill>
                  <a:srgbClr val="FFFFFF"/>
                </a:solidFill>
                <a:latin typeface="Arial"/>
                <a:ea typeface="Arial"/>
                <a:cs typeface="Arial"/>
              </a:defRPr>
            </a:lvl4pPr>
            <a:lvl5pPr algn="ctr">
              <a:buNone/>
              <a:defRPr sz="1425" b="1">
                <a:solidFill>
                  <a:srgbClr val="FFFFFF"/>
                </a:solidFill>
                <a:latin typeface="Arial"/>
                <a:ea typeface="Arial"/>
                <a:cs typeface="Arial"/>
              </a:defRPr>
            </a:lvl5pPr>
            <a:lvl6pPr algn="ctr">
              <a:buNone/>
              <a:defRPr sz="1425" b="1">
                <a:solidFill>
                  <a:srgbClr val="FFFFFF"/>
                </a:solidFill>
                <a:latin typeface="Arial"/>
                <a:ea typeface="Arial"/>
                <a:cs typeface="Arial"/>
              </a:defRPr>
            </a:lvl6pPr>
            <a:lvl7pPr algn="ctr">
              <a:buNone/>
              <a:defRPr sz="1425" b="1">
                <a:solidFill>
                  <a:srgbClr val="FFFFFF"/>
                </a:solidFill>
                <a:latin typeface="Arial"/>
                <a:ea typeface="Arial"/>
                <a:cs typeface="Arial"/>
              </a:defRPr>
            </a:lvl7pPr>
            <a:lvl8pPr algn="ctr">
              <a:buNone/>
              <a:defRPr sz="1425" b="1">
                <a:solidFill>
                  <a:srgbClr val="FFFFFF"/>
                </a:solidFill>
                <a:latin typeface="Arial"/>
                <a:ea typeface="Arial"/>
                <a:cs typeface="Arial"/>
              </a:defRPr>
            </a:lvl8pPr>
            <a:lvl9pPr algn="ctr">
              <a:buNone/>
              <a:defRPr sz="1425" b="1">
                <a:solidFill>
                  <a:srgbClr val="FFFFFF"/>
                </a:solidFill>
                <a:latin typeface="Arial"/>
                <a:ea typeface="Arial"/>
                <a:cs typeface="Arial"/>
              </a:defRPr>
            </a:lvl9pPr>
          </a:lstStyle>
          <a:p>
            <a:pPr algn="l">
              <a:defRPr sz="1500" b="1">
                <a:solidFill>
                  <a:srgbClr val="008C8C"/>
                </a:solidFill>
                <a:latin typeface="Arial"/>
                <a:ea typeface="Arial"/>
                <a:cs typeface="Arial"/>
              </a:defRPr>
            </a:pPr>
            <a:r>
              <a:rPr lang="en-US" altLang="ko-KR" sz="1400" dirty="0">
                <a:solidFill>
                  <a:schemeClr val="bg1"/>
                </a:solidFill>
              </a:rPr>
              <a:t>POST /</a:t>
            </a:r>
            <a:r>
              <a:rPr lang="en-US" altLang="ko-KR" sz="1400" dirty="0" err="1">
                <a:solidFill>
                  <a:schemeClr val="bg1"/>
                </a:solidFill>
              </a:rPr>
              <a:t>api</a:t>
            </a:r>
            <a:r>
              <a:rPr lang="en-US" altLang="ko-KR" sz="1400" dirty="0">
                <a:solidFill>
                  <a:schemeClr val="bg1"/>
                </a:solidFill>
              </a:rPr>
              <a:t>/calendar/</a:t>
            </a:r>
          </a:p>
          <a:p>
            <a:pPr algn="l">
              <a:defRPr sz="1500" b="1">
                <a:solidFill>
                  <a:srgbClr val="008C8C"/>
                </a:solidFill>
                <a:latin typeface="Arial"/>
                <a:ea typeface="Arial"/>
                <a:cs typeface="Arial"/>
              </a:defRPr>
            </a:pPr>
            <a:r>
              <a:rPr lang="en-US" altLang="ko-KR" sz="1400" dirty="0">
                <a:solidFill>
                  <a:schemeClr val="bg1"/>
                </a:solidFill>
              </a:rPr>
              <a:t>events/preview</a:t>
            </a:r>
          </a:p>
        </p:txBody>
      </p:sp>
      <p:sp>
        <p:nvSpPr>
          <p:cNvPr id="8" name="사각형: 둥근 모서리 7">
            <a:extLst>
              <a:ext uri="{FF2B5EF4-FFF2-40B4-BE49-F238E27FC236}">
                <a16:creationId xmlns:a16="http://schemas.microsoft.com/office/drawing/2014/main" id="{F466F74D-272A-4654-86E8-6BD7CB628AB5}"/>
              </a:ext>
            </a:extLst>
          </p:cNvPr>
          <p:cNvSpPr>
            <a:spLocks noGrp="1"/>
          </p:cNvSpPr>
          <p:nvPr/>
        </p:nvSpPr>
        <p:spPr>
          <a:xfrm>
            <a:off x="5715000" y="2171700"/>
            <a:ext cx="1809750" cy="1257300"/>
          </a:xfrm>
          <a:prstGeom prst="roundRect">
            <a:avLst>
              <a:gd name="adj" fmla="val 9091"/>
            </a:avLst>
          </a:prstGeom>
          <a:solidFill>
            <a:srgbClr val="DFF4F2"/>
          </a:solidFill>
          <a:ln w="14288">
            <a:solidFill>
              <a:srgbClr val="008C8C"/>
            </a:solidFill>
            <a:prstDash val="solid"/>
          </a:ln>
        </p:spPr>
        <p:txBody>
          <a:bodyPr wrap="square" lIns="95250" tIns="95250" rIns="95250" bIns="95250" anchor="ctr">
            <a:normAutofit lnSpcReduction="10000"/>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endParaRPr lang="en-US" sz="1350" b="1" dirty="0">
              <a:solidFill>
                <a:srgbClr val="1F2933"/>
              </a:solidFill>
              <a:latin typeface="Arial"/>
              <a:ea typeface="Arial"/>
              <a:cs typeface="Arial"/>
            </a:endParaRPr>
          </a:p>
          <a:p>
            <a:pPr algn="ctr">
              <a:buNone/>
              <a:defRPr sz="1350" b="1">
                <a:solidFill>
                  <a:srgbClr val="1F2933"/>
                </a:solidFill>
                <a:latin typeface="Arial"/>
                <a:ea typeface="Arial"/>
                <a:cs typeface="Arial"/>
              </a:defRPr>
            </a:pPr>
            <a:r>
              <a:rPr lang="en-US" sz="1350" b="1" dirty="0">
                <a:solidFill>
                  <a:srgbClr val="1F2933"/>
                </a:solidFill>
                <a:latin typeface="Arial"/>
                <a:ea typeface="Arial"/>
                <a:cs typeface="Arial"/>
              </a:rPr>
              <a:t>Extract </a:t>
            </a:r>
          </a:p>
          <a:p>
            <a:pPr algn="ctr">
              <a:buNone/>
              <a:defRPr sz="1350" b="1">
                <a:solidFill>
                  <a:srgbClr val="1F2933"/>
                </a:solidFill>
                <a:latin typeface="Arial"/>
                <a:ea typeface="Arial"/>
                <a:cs typeface="Arial"/>
              </a:defRPr>
            </a:pPr>
            <a:r>
              <a:rPr sz="1350" b="1" dirty="0">
                <a:solidFill>
                  <a:srgbClr val="1F2933"/>
                </a:solidFill>
                <a:latin typeface="Arial"/>
                <a:ea typeface="Arial"/>
                <a:cs typeface="Arial"/>
              </a:rPr>
              <a:t>Date </a:t>
            </a:r>
            <a:endParaRPr lang="en-US" sz="1350" b="1" dirty="0">
              <a:solidFill>
                <a:srgbClr val="1F2933"/>
              </a:solidFill>
              <a:latin typeface="Arial"/>
              <a:ea typeface="Arial"/>
              <a:cs typeface="Arial"/>
            </a:endParaRPr>
          </a:p>
          <a:p>
            <a:pPr algn="ctr">
              <a:buNone/>
              <a:defRPr sz="1350" b="1">
                <a:solidFill>
                  <a:srgbClr val="1F2933"/>
                </a:solidFill>
                <a:latin typeface="Arial"/>
                <a:ea typeface="Arial"/>
                <a:cs typeface="Arial"/>
              </a:defRPr>
            </a:pPr>
            <a:r>
              <a:rPr sz="1350" b="1" dirty="0">
                <a:solidFill>
                  <a:srgbClr val="1F2933"/>
                </a:solidFill>
                <a:latin typeface="Arial"/>
                <a:ea typeface="Arial"/>
                <a:cs typeface="Arial"/>
              </a:rPr>
              <a:t>time</a:t>
            </a:r>
          </a:p>
          <a:p>
            <a:pPr algn="ctr">
              <a:buNone/>
              <a:defRPr sz="1350" b="1">
                <a:solidFill>
                  <a:srgbClr val="1F2933"/>
                </a:solidFill>
                <a:latin typeface="Arial"/>
                <a:ea typeface="Arial"/>
                <a:cs typeface="Arial"/>
              </a:defRPr>
            </a:pPr>
            <a:r>
              <a:rPr sz="1350" b="1" dirty="0">
                <a:solidFill>
                  <a:srgbClr val="1F2933"/>
                </a:solidFill>
                <a:latin typeface="Arial"/>
                <a:ea typeface="Arial"/>
                <a:cs typeface="Arial"/>
              </a:rPr>
              <a:t>Location</a:t>
            </a:r>
          </a:p>
          <a:p>
            <a:pPr algn="ctr">
              <a:buNone/>
              <a:defRPr sz="1350" b="1">
                <a:solidFill>
                  <a:srgbClr val="1F2933"/>
                </a:solidFill>
                <a:latin typeface="Arial"/>
                <a:ea typeface="Arial"/>
                <a:cs typeface="Arial"/>
              </a:defRPr>
            </a:pPr>
            <a:endParaRPr sz="1350" b="1" dirty="0">
              <a:solidFill>
                <a:srgbClr val="1F2933"/>
              </a:solidFill>
              <a:latin typeface="Arial"/>
              <a:ea typeface="Arial"/>
              <a:cs typeface="Arial"/>
            </a:endParaRPr>
          </a:p>
        </p:txBody>
      </p:sp>
      <p:sp>
        <p:nvSpPr>
          <p:cNvPr id="9" name="사각형: 둥근 모서리 8">
            <a:extLst>
              <a:ext uri="{FF2B5EF4-FFF2-40B4-BE49-F238E27FC236}">
                <a16:creationId xmlns:a16="http://schemas.microsoft.com/office/drawing/2014/main" id="{AC5C2A04-FEC2-478C-B0BA-BA88E85B7666}"/>
              </a:ext>
            </a:extLst>
          </p:cNvPr>
          <p:cNvSpPr>
            <a:spLocks noGrp="1"/>
          </p:cNvSpPr>
          <p:nvPr/>
        </p:nvSpPr>
        <p:spPr>
          <a:xfrm>
            <a:off x="8286750" y="2457450"/>
            <a:ext cx="1809750" cy="685800"/>
          </a:xfrm>
          <a:prstGeom prst="roundRect">
            <a:avLst>
              <a:gd name="adj" fmla="val 16667"/>
            </a:avLst>
          </a:prstGeom>
          <a:solidFill>
            <a:srgbClr val="EAF2F8"/>
          </a:solidFill>
          <a:ln w="14288">
            <a:solidFill>
              <a:srgbClr val="243B53"/>
            </a:solidFill>
            <a:prstDash val="solid"/>
          </a:ln>
        </p:spPr>
        <p:txBody>
          <a:bodyPr wrap="square" lIns="95250" tIns="95250" rIns="95250" bIns="95250" anchor="ctr">
            <a:normAutofit fontScale="98619"/>
          </a:bodyPr>
          <a:lstStyle>
            <a:defPPr algn="ctr">
              <a:defRPr sz="1425" b="1">
                <a:solidFill>
                  <a:srgbClr val="1F2933"/>
                </a:solidFill>
                <a:latin typeface="Arial"/>
                <a:ea typeface="Arial"/>
                <a:cs typeface="Arial"/>
              </a:defRPr>
            </a:defPPr>
            <a:lvl1pPr algn="ctr">
              <a:buNone/>
              <a:defRPr sz="1425" b="1">
                <a:solidFill>
                  <a:srgbClr val="1F2933"/>
                </a:solidFill>
                <a:latin typeface="Arial"/>
                <a:ea typeface="Arial"/>
                <a:cs typeface="Arial"/>
              </a:defRPr>
            </a:lvl1pPr>
            <a:lvl2pPr algn="ctr">
              <a:buNone/>
              <a:defRPr sz="1425" b="1">
                <a:solidFill>
                  <a:srgbClr val="1F2933"/>
                </a:solidFill>
                <a:latin typeface="Arial"/>
                <a:ea typeface="Arial"/>
                <a:cs typeface="Arial"/>
              </a:defRPr>
            </a:lvl2pPr>
            <a:lvl3pPr algn="ctr">
              <a:buNone/>
              <a:defRPr sz="1425" b="1">
                <a:solidFill>
                  <a:srgbClr val="1F2933"/>
                </a:solidFill>
                <a:latin typeface="Arial"/>
                <a:ea typeface="Arial"/>
                <a:cs typeface="Arial"/>
              </a:defRPr>
            </a:lvl3pPr>
            <a:lvl4pPr algn="ctr">
              <a:buNone/>
              <a:defRPr sz="1425" b="1">
                <a:solidFill>
                  <a:srgbClr val="1F2933"/>
                </a:solidFill>
                <a:latin typeface="Arial"/>
                <a:ea typeface="Arial"/>
                <a:cs typeface="Arial"/>
              </a:defRPr>
            </a:lvl4pPr>
            <a:lvl5pPr algn="ctr">
              <a:buNone/>
              <a:defRPr sz="1425" b="1">
                <a:solidFill>
                  <a:srgbClr val="1F2933"/>
                </a:solidFill>
                <a:latin typeface="Arial"/>
                <a:ea typeface="Arial"/>
                <a:cs typeface="Arial"/>
              </a:defRPr>
            </a:lvl5pPr>
            <a:lvl6pPr algn="ctr">
              <a:buNone/>
              <a:defRPr sz="1425" b="1">
                <a:solidFill>
                  <a:srgbClr val="1F2933"/>
                </a:solidFill>
                <a:latin typeface="Arial"/>
                <a:ea typeface="Arial"/>
                <a:cs typeface="Arial"/>
              </a:defRPr>
            </a:lvl6pPr>
            <a:lvl7pPr algn="ctr">
              <a:buNone/>
              <a:defRPr sz="1425" b="1">
                <a:solidFill>
                  <a:srgbClr val="1F2933"/>
                </a:solidFill>
                <a:latin typeface="Arial"/>
                <a:ea typeface="Arial"/>
                <a:cs typeface="Arial"/>
              </a:defRPr>
            </a:lvl7pPr>
            <a:lvl8pPr algn="ctr">
              <a:buNone/>
              <a:defRPr sz="1425" b="1">
                <a:solidFill>
                  <a:srgbClr val="1F2933"/>
                </a:solidFill>
                <a:latin typeface="Arial"/>
                <a:ea typeface="Arial"/>
                <a:cs typeface="Arial"/>
              </a:defRPr>
            </a:lvl8pPr>
            <a:lvl9pPr algn="ctr">
              <a:buNone/>
              <a:defRPr sz="1425" b="1">
                <a:solidFill>
                  <a:srgbClr val="1F2933"/>
                </a:solidFill>
                <a:latin typeface="Arial"/>
                <a:ea typeface="Arial"/>
                <a:cs typeface="Arial"/>
              </a:defRPr>
            </a:lvl9pPr>
          </a:lstStyle>
          <a:p>
            <a:pPr algn="ctr">
              <a:buNone/>
              <a:defRPr sz="1425" b="1">
                <a:solidFill>
                  <a:srgbClr val="1F2933"/>
                </a:solidFill>
                <a:latin typeface="Arial"/>
                <a:ea typeface="Arial"/>
                <a:cs typeface="Arial"/>
              </a:defRPr>
            </a:pPr>
            <a:r>
              <a:rPr sz="1425" b="1">
                <a:solidFill>
                  <a:srgbClr val="1F2933"/>
                </a:solidFill>
                <a:latin typeface="Arial"/>
                <a:ea typeface="Arial"/>
                <a:cs typeface="Arial"/>
              </a:rPr>
              <a:t>Editable preview</a:t>
            </a:r>
          </a:p>
          <a:p>
            <a:pPr algn="ctr">
              <a:buNone/>
              <a:defRPr sz="1425" b="1">
                <a:solidFill>
                  <a:srgbClr val="1F2933"/>
                </a:solidFill>
                <a:latin typeface="Arial"/>
                <a:ea typeface="Arial"/>
                <a:cs typeface="Arial"/>
              </a:defRPr>
            </a:pPr>
            <a:r>
              <a:rPr sz="1425" b="1">
                <a:solidFill>
                  <a:srgbClr val="1F2933"/>
                </a:solidFill>
                <a:latin typeface="Arial"/>
                <a:ea typeface="Arial"/>
                <a:cs typeface="Arial"/>
              </a:rPr>
              <a:t>and approval</a:t>
            </a:r>
          </a:p>
        </p:txBody>
      </p:sp>
      <p:sp>
        <p:nvSpPr>
          <p:cNvPr id="10" name="사각형: 둥근 모서리 9">
            <a:extLst>
              <a:ext uri="{FF2B5EF4-FFF2-40B4-BE49-F238E27FC236}">
                <a16:creationId xmlns:a16="http://schemas.microsoft.com/office/drawing/2014/main" id="{F96C45F5-1984-4E2A-BABA-E01B90D20E01}"/>
              </a:ext>
            </a:extLst>
          </p:cNvPr>
          <p:cNvSpPr>
            <a:spLocks noGrp="1"/>
          </p:cNvSpPr>
          <p:nvPr/>
        </p:nvSpPr>
        <p:spPr>
          <a:xfrm>
            <a:off x="10477500" y="2457450"/>
            <a:ext cx="1428750" cy="685800"/>
          </a:xfrm>
          <a:prstGeom prst="roundRect">
            <a:avLst>
              <a:gd name="adj" fmla="val 16667"/>
            </a:avLst>
          </a:prstGeom>
          <a:solidFill>
            <a:srgbClr val="FFFFFF"/>
          </a:solidFill>
          <a:ln w="14288">
            <a:solidFill>
              <a:srgbClr val="008C8C"/>
            </a:solidFill>
            <a:prstDash val="solid"/>
          </a:ln>
        </p:spPr>
        <p:txBody>
          <a:bodyPr wrap="square" lIns="95250" tIns="95250" rIns="95250" bIns="95250" anchor="ctr">
            <a:normAutofit/>
          </a:bodyPr>
          <a:lstStyle>
            <a:defPPr algn="ctr">
              <a:defRPr sz="1350" b="1">
                <a:solidFill>
                  <a:srgbClr val="1F2933"/>
                </a:solidFill>
                <a:latin typeface="Arial"/>
                <a:ea typeface="Arial"/>
                <a:cs typeface="Arial"/>
              </a:defRPr>
            </a:defPPr>
            <a:lvl1pPr algn="ctr">
              <a:buNone/>
              <a:defRPr sz="1350" b="1">
                <a:solidFill>
                  <a:srgbClr val="1F2933"/>
                </a:solidFill>
                <a:latin typeface="Arial"/>
                <a:ea typeface="Arial"/>
                <a:cs typeface="Arial"/>
              </a:defRPr>
            </a:lvl1pPr>
            <a:lvl2pPr algn="ctr">
              <a:buNone/>
              <a:defRPr sz="1350" b="1">
                <a:solidFill>
                  <a:srgbClr val="1F2933"/>
                </a:solidFill>
                <a:latin typeface="Arial"/>
                <a:ea typeface="Arial"/>
                <a:cs typeface="Arial"/>
              </a:defRPr>
            </a:lvl2pPr>
            <a:lvl3pPr algn="ctr">
              <a:buNone/>
              <a:defRPr sz="1350" b="1">
                <a:solidFill>
                  <a:srgbClr val="1F2933"/>
                </a:solidFill>
                <a:latin typeface="Arial"/>
                <a:ea typeface="Arial"/>
                <a:cs typeface="Arial"/>
              </a:defRPr>
            </a:lvl3pPr>
            <a:lvl4pPr algn="ctr">
              <a:buNone/>
              <a:defRPr sz="1350" b="1">
                <a:solidFill>
                  <a:srgbClr val="1F2933"/>
                </a:solidFill>
                <a:latin typeface="Arial"/>
                <a:ea typeface="Arial"/>
                <a:cs typeface="Arial"/>
              </a:defRPr>
            </a:lvl4pPr>
            <a:lvl5pPr algn="ctr">
              <a:buNone/>
              <a:defRPr sz="1350" b="1">
                <a:solidFill>
                  <a:srgbClr val="1F2933"/>
                </a:solidFill>
                <a:latin typeface="Arial"/>
                <a:ea typeface="Arial"/>
                <a:cs typeface="Arial"/>
              </a:defRPr>
            </a:lvl5pPr>
            <a:lvl6pPr algn="ctr">
              <a:buNone/>
              <a:defRPr sz="1350" b="1">
                <a:solidFill>
                  <a:srgbClr val="1F2933"/>
                </a:solidFill>
                <a:latin typeface="Arial"/>
                <a:ea typeface="Arial"/>
                <a:cs typeface="Arial"/>
              </a:defRPr>
            </a:lvl6pPr>
            <a:lvl7pPr algn="ctr">
              <a:buNone/>
              <a:defRPr sz="1350" b="1">
                <a:solidFill>
                  <a:srgbClr val="1F2933"/>
                </a:solidFill>
                <a:latin typeface="Arial"/>
                <a:ea typeface="Arial"/>
                <a:cs typeface="Arial"/>
              </a:defRPr>
            </a:lvl7pPr>
            <a:lvl8pPr algn="ctr">
              <a:buNone/>
              <a:defRPr sz="1350" b="1">
                <a:solidFill>
                  <a:srgbClr val="1F2933"/>
                </a:solidFill>
                <a:latin typeface="Arial"/>
                <a:ea typeface="Arial"/>
                <a:cs typeface="Arial"/>
              </a:defRPr>
            </a:lvl8pPr>
            <a:lvl9pPr algn="ctr">
              <a:buNone/>
              <a:defRPr sz="1350" b="1">
                <a:solidFill>
                  <a:srgbClr val="1F2933"/>
                </a:solidFill>
                <a:latin typeface="Arial"/>
                <a:ea typeface="Arial"/>
                <a:cs typeface="Arial"/>
              </a:defRPr>
            </a:lvl9pPr>
          </a:lstStyle>
          <a:p>
            <a:pPr algn="ctr">
              <a:buNone/>
              <a:defRPr sz="1350" b="1">
                <a:solidFill>
                  <a:srgbClr val="1F2933"/>
                </a:solidFill>
                <a:latin typeface="Arial"/>
                <a:ea typeface="Arial"/>
                <a:cs typeface="Arial"/>
              </a:defRPr>
            </a:pPr>
            <a:r>
              <a:rPr sz="1350" b="1">
                <a:solidFill>
                  <a:srgbClr val="1F2933"/>
                </a:solidFill>
                <a:latin typeface="Arial"/>
                <a:ea typeface="Arial"/>
                <a:cs typeface="Arial"/>
              </a:rPr>
              <a:t>Google Calendar</a:t>
            </a:r>
          </a:p>
        </p:txBody>
      </p:sp>
      <p:cxnSp>
        <p:nvCxnSpPr>
          <p:cNvPr id="11" name="직선 화살표 연결선 10">
            <a:extLst>
              <a:ext uri="{FF2B5EF4-FFF2-40B4-BE49-F238E27FC236}">
                <a16:creationId xmlns:a16="http://schemas.microsoft.com/office/drawing/2014/main" id="{51748E9E-22C1-4FD1-AD85-C79D7E534855}"/>
              </a:ext>
            </a:extLst>
          </p:cNvPr>
          <p:cNvCxnSpPr/>
          <p:nvPr/>
        </p:nvCxnSpPr>
        <p:spPr>
          <a:xfrm>
            <a:off x="2381250" y="2800350"/>
            <a:ext cx="762000" cy="0"/>
          </a:xfrm>
          <a:prstGeom prst="straightConnector1">
            <a:avLst/>
          </a:prstGeom>
          <a:ln w="28575">
            <a:solidFill>
              <a:srgbClr val="008C8C"/>
            </a:solidFill>
            <a:prstDash val="solid"/>
            <a:tailEnd type="arrow" w="sm" len="sm"/>
          </a:ln>
        </p:spPr>
      </p:cxnSp>
      <p:sp>
        <p:nvSpPr>
          <p:cNvPr id="12" name="직사각형 11">
            <a:extLst>
              <a:ext uri="{FF2B5EF4-FFF2-40B4-BE49-F238E27FC236}">
                <a16:creationId xmlns:a16="http://schemas.microsoft.com/office/drawing/2014/main" id="{AEF5ECF0-4E68-48CF-8F94-2951E9D3FAD8}"/>
              </a:ext>
            </a:extLst>
          </p:cNvPr>
          <p:cNvSpPr>
            <a:spLocks noGrp="1"/>
          </p:cNvSpPr>
          <p:nvPr/>
        </p:nvSpPr>
        <p:spPr>
          <a:xfrm>
            <a:off x="2266950" y="2457450"/>
            <a:ext cx="1047750" cy="228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sz="1050" b="1" dirty="0">
                <a:solidFill>
                  <a:srgbClr val="627D98"/>
                </a:solidFill>
                <a:latin typeface="Arial"/>
                <a:ea typeface="Arial"/>
                <a:cs typeface="Arial"/>
              </a:rPr>
              <a:t>extract</a:t>
            </a:r>
          </a:p>
        </p:txBody>
      </p:sp>
      <p:cxnSp>
        <p:nvCxnSpPr>
          <p:cNvPr id="13" name="직선 화살표 연결선 12">
            <a:extLst>
              <a:ext uri="{FF2B5EF4-FFF2-40B4-BE49-F238E27FC236}">
                <a16:creationId xmlns:a16="http://schemas.microsoft.com/office/drawing/2014/main" id="{F1FD4C16-03D0-44F9-9D9F-7F36029B80B6}"/>
              </a:ext>
            </a:extLst>
          </p:cNvPr>
          <p:cNvCxnSpPr/>
          <p:nvPr/>
        </p:nvCxnSpPr>
        <p:spPr>
          <a:xfrm>
            <a:off x="4953000" y="2800350"/>
            <a:ext cx="762000" cy="0"/>
          </a:xfrm>
          <a:prstGeom prst="straightConnector1">
            <a:avLst/>
          </a:prstGeom>
          <a:ln w="28575">
            <a:solidFill>
              <a:srgbClr val="008C8C"/>
            </a:solidFill>
            <a:prstDash val="solid"/>
            <a:tailEnd type="arrow" w="sm" len="sm"/>
          </a:ln>
        </p:spPr>
      </p:cxnSp>
      <p:sp>
        <p:nvSpPr>
          <p:cNvPr id="14" name="직사각형 13">
            <a:extLst>
              <a:ext uri="{FF2B5EF4-FFF2-40B4-BE49-F238E27FC236}">
                <a16:creationId xmlns:a16="http://schemas.microsoft.com/office/drawing/2014/main" id="{0232E46B-4C3F-4EF2-BE37-847E82E21E4F}"/>
              </a:ext>
            </a:extLst>
          </p:cNvPr>
          <p:cNvSpPr>
            <a:spLocks noGrp="1"/>
          </p:cNvSpPr>
          <p:nvPr/>
        </p:nvSpPr>
        <p:spPr>
          <a:xfrm>
            <a:off x="4810125" y="2374899"/>
            <a:ext cx="1047750" cy="228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sz="1050" b="1" dirty="0">
                <a:solidFill>
                  <a:srgbClr val="627D98"/>
                </a:solidFill>
                <a:latin typeface="Arial"/>
                <a:ea typeface="Arial"/>
                <a:cs typeface="Arial"/>
              </a:rPr>
              <a:t>normalize</a:t>
            </a:r>
          </a:p>
        </p:txBody>
      </p:sp>
      <p:cxnSp>
        <p:nvCxnSpPr>
          <p:cNvPr id="15" name="직선 화살표 연결선 14">
            <a:extLst>
              <a:ext uri="{FF2B5EF4-FFF2-40B4-BE49-F238E27FC236}">
                <a16:creationId xmlns:a16="http://schemas.microsoft.com/office/drawing/2014/main" id="{D71FE96E-FB7E-4A7A-9A9F-001DED9B54A9}"/>
              </a:ext>
            </a:extLst>
          </p:cNvPr>
          <p:cNvCxnSpPr/>
          <p:nvPr/>
        </p:nvCxnSpPr>
        <p:spPr>
          <a:xfrm>
            <a:off x="7524750" y="2800350"/>
            <a:ext cx="762000" cy="0"/>
          </a:xfrm>
          <a:prstGeom prst="straightConnector1">
            <a:avLst/>
          </a:prstGeom>
          <a:ln w="28575">
            <a:solidFill>
              <a:srgbClr val="008C8C"/>
            </a:solidFill>
            <a:prstDash val="solid"/>
            <a:tailEnd type="arrow" w="sm" len="sm"/>
          </a:ln>
        </p:spPr>
      </p:cxnSp>
      <p:sp>
        <p:nvSpPr>
          <p:cNvPr id="16" name="직사각형 15">
            <a:extLst>
              <a:ext uri="{FF2B5EF4-FFF2-40B4-BE49-F238E27FC236}">
                <a16:creationId xmlns:a16="http://schemas.microsoft.com/office/drawing/2014/main" id="{3304C9B6-DCDD-4788-80F5-F30BC51BAEAD}"/>
              </a:ext>
            </a:extLst>
          </p:cNvPr>
          <p:cNvSpPr>
            <a:spLocks noGrp="1"/>
          </p:cNvSpPr>
          <p:nvPr/>
        </p:nvSpPr>
        <p:spPr>
          <a:xfrm>
            <a:off x="7381875" y="2533650"/>
            <a:ext cx="1047750" cy="228600"/>
          </a:xfrm>
          <a:prstGeom prst="rect">
            <a:avLst/>
          </a:prstGeom>
          <a:noFill/>
          <a:ln w="0">
            <a:noFill/>
            <a:prstDash val="solid"/>
          </a:ln>
        </p:spPr>
        <p:txBody>
          <a:bodyPr wrap="square" lIns="0" tIns="0" rIns="0" bIns="0" anchor="t">
            <a:normAutofit/>
          </a:bodyPr>
          <a:lstStyle>
            <a:defPPr algn="ctr">
              <a:defRPr sz="1050" b="1">
                <a:solidFill>
                  <a:srgbClr val="627D98"/>
                </a:solidFill>
                <a:latin typeface="Arial"/>
                <a:ea typeface="Arial"/>
                <a:cs typeface="Arial"/>
              </a:defRPr>
            </a:defPPr>
            <a:lvl1pPr algn="ctr">
              <a:buNone/>
              <a:defRPr sz="1050" b="1">
                <a:solidFill>
                  <a:srgbClr val="627D98"/>
                </a:solidFill>
                <a:latin typeface="Arial"/>
                <a:ea typeface="Arial"/>
                <a:cs typeface="Arial"/>
              </a:defRPr>
            </a:lvl1pPr>
            <a:lvl2pPr algn="ctr">
              <a:buNone/>
              <a:defRPr sz="1050" b="1">
                <a:solidFill>
                  <a:srgbClr val="627D98"/>
                </a:solidFill>
                <a:latin typeface="Arial"/>
                <a:ea typeface="Arial"/>
                <a:cs typeface="Arial"/>
              </a:defRPr>
            </a:lvl2pPr>
            <a:lvl3pPr algn="ctr">
              <a:buNone/>
              <a:defRPr sz="1050" b="1">
                <a:solidFill>
                  <a:srgbClr val="627D98"/>
                </a:solidFill>
                <a:latin typeface="Arial"/>
                <a:ea typeface="Arial"/>
                <a:cs typeface="Arial"/>
              </a:defRPr>
            </a:lvl3pPr>
            <a:lvl4pPr algn="ctr">
              <a:buNone/>
              <a:defRPr sz="1050" b="1">
                <a:solidFill>
                  <a:srgbClr val="627D98"/>
                </a:solidFill>
                <a:latin typeface="Arial"/>
                <a:ea typeface="Arial"/>
                <a:cs typeface="Arial"/>
              </a:defRPr>
            </a:lvl4pPr>
            <a:lvl5pPr algn="ctr">
              <a:buNone/>
              <a:defRPr sz="1050" b="1">
                <a:solidFill>
                  <a:srgbClr val="627D98"/>
                </a:solidFill>
                <a:latin typeface="Arial"/>
                <a:ea typeface="Arial"/>
                <a:cs typeface="Arial"/>
              </a:defRPr>
            </a:lvl5pPr>
            <a:lvl6pPr algn="ctr">
              <a:buNone/>
              <a:defRPr sz="1050" b="1">
                <a:solidFill>
                  <a:srgbClr val="627D98"/>
                </a:solidFill>
                <a:latin typeface="Arial"/>
                <a:ea typeface="Arial"/>
                <a:cs typeface="Arial"/>
              </a:defRPr>
            </a:lvl6pPr>
            <a:lvl7pPr algn="ctr">
              <a:buNone/>
              <a:defRPr sz="1050" b="1">
                <a:solidFill>
                  <a:srgbClr val="627D98"/>
                </a:solidFill>
                <a:latin typeface="Arial"/>
                <a:ea typeface="Arial"/>
                <a:cs typeface="Arial"/>
              </a:defRPr>
            </a:lvl7pPr>
            <a:lvl8pPr algn="ctr">
              <a:buNone/>
              <a:defRPr sz="1050" b="1">
                <a:solidFill>
                  <a:srgbClr val="627D98"/>
                </a:solidFill>
                <a:latin typeface="Arial"/>
                <a:ea typeface="Arial"/>
                <a:cs typeface="Arial"/>
              </a:defRPr>
            </a:lvl8pPr>
            <a:lvl9pPr algn="ctr">
              <a:buNone/>
              <a:defRPr sz="1050" b="1">
                <a:solidFill>
                  <a:srgbClr val="627D98"/>
                </a:solidFill>
                <a:latin typeface="Arial"/>
                <a:ea typeface="Arial"/>
                <a:cs typeface="Arial"/>
              </a:defRPr>
            </a:lvl9pPr>
          </a:lstStyle>
          <a:p>
            <a:pPr algn="ctr">
              <a:buNone/>
              <a:defRPr sz="1050" b="1">
                <a:solidFill>
                  <a:srgbClr val="627D98"/>
                </a:solidFill>
                <a:latin typeface="Arial"/>
                <a:ea typeface="Arial"/>
                <a:cs typeface="Arial"/>
              </a:defRPr>
            </a:pPr>
            <a:r>
              <a:rPr sz="1050" b="1" dirty="0">
                <a:solidFill>
                  <a:srgbClr val="627D98"/>
                </a:solidFill>
                <a:latin typeface="Arial"/>
                <a:ea typeface="Arial"/>
                <a:cs typeface="Arial"/>
              </a:rPr>
              <a:t>preview</a:t>
            </a:r>
          </a:p>
        </p:txBody>
      </p:sp>
      <p:cxnSp>
        <p:nvCxnSpPr>
          <p:cNvPr id="17" name="직선 화살표 연결선 16">
            <a:extLst>
              <a:ext uri="{FF2B5EF4-FFF2-40B4-BE49-F238E27FC236}">
                <a16:creationId xmlns:a16="http://schemas.microsoft.com/office/drawing/2014/main" id="{22401ECA-6A39-454D-A5F7-70195BB0467E}"/>
              </a:ext>
            </a:extLst>
          </p:cNvPr>
          <p:cNvCxnSpPr/>
          <p:nvPr/>
        </p:nvCxnSpPr>
        <p:spPr>
          <a:xfrm>
            <a:off x="10096500" y="2800350"/>
            <a:ext cx="381000" cy="0"/>
          </a:xfrm>
          <a:prstGeom prst="straightConnector1">
            <a:avLst/>
          </a:prstGeom>
          <a:ln w="28575">
            <a:solidFill>
              <a:srgbClr val="008C8C"/>
            </a:solidFill>
            <a:prstDash val="solid"/>
            <a:tailEnd type="arrow" w="sm" len="sm"/>
          </a:ln>
        </p:spPr>
      </p:cxnSp>
      <p:sp>
        <p:nvSpPr>
          <p:cNvPr id="18" name="직사각형 17">
            <a:extLst>
              <a:ext uri="{FF2B5EF4-FFF2-40B4-BE49-F238E27FC236}">
                <a16:creationId xmlns:a16="http://schemas.microsoft.com/office/drawing/2014/main" id="{33676620-0D3B-4163-90F3-E52A0499C872}"/>
              </a:ext>
            </a:extLst>
          </p:cNvPr>
          <p:cNvSpPr>
            <a:spLocks noGrp="1"/>
          </p:cNvSpPr>
          <p:nvPr/>
        </p:nvSpPr>
        <p:spPr>
          <a:xfrm>
            <a:off x="9763125" y="2228850"/>
            <a:ext cx="1047750" cy="228600"/>
          </a:xfrm>
          <a:prstGeom prst="rect">
            <a:avLst/>
          </a:prstGeom>
          <a:noFill/>
          <a:ln w="0">
            <a:noFill/>
            <a:prstDash val="solid"/>
          </a:ln>
        </p:spPr>
        <p:txBody>
          <a:bodyPr wrap="square" lIns="0" tIns="0" rIns="0" bIns="0" anchor="t">
            <a:normAutofit/>
          </a:bodyPr>
          <a:lstStyle>
            <a:defPPr algn="ctr">
              <a:defRPr sz="975" b="1">
                <a:solidFill>
                  <a:srgbClr val="627D98"/>
                </a:solidFill>
                <a:latin typeface="Arial"/>
                <a:ea typeface="Arial"/>
                <a:cs typeface="Arial"/>
              </a:defRPr>
            </a:defPPr>
            <a:lvl1pPr algn="ctr">
              <a:buNone/>
              <a:defRPr sz="975" b="1">
                <a:solidFill>
                  <a:srgbClr val="627D98"/>
                </a:solidFill>
                <a:latin typeface="Arial"/>
                <a:ea typeface="Arial"/>
                <a:cs typeface="Arial"/>
              </a:defRPr>
            </a:lvl1pPr>
            <a:lvl2pPr algn="ctr">
              <a:buNone/>
              <a:defRPr sz="975" b="1">
                <a:solidFill>
                  <a:srgbClr val="627D98"/>
                </a:solidFill>
                <a:latin typeface="Arial"/>
                <a:ea typeface="Arial"/>
                <a:cs typeface="Arial"/>
              </a:defRPr>
            </a:lvl2pPr>
            <a:lvl3pPr algn="ctr">
              <a:buNone/>
              <a:defRPr sz="975" b="1">
                <a:solidFill>
                  <a:srgbClr val="627D98"/>
                </a:solidFill>
                <a:latin typeface="Arial"/>
                <a:ea typeface="Arial"/>
                <a:cs typeface="Arial"/>
              </a:defRPr>
            </a:lvl3pPr>
            <a:lvl4pPr algn="ctr">
              <a:buNone/>
              <a:defRPr sz="975" b="1">
                <a:solidFill>
                  <a:srgbClr val="627D98"/>
                </a:solidFill>
                <a:latin typeface="Arial"/>
                <a:ea typeface="Arial"/>
                <a:cs typeface="Arial"/>
              </a:defRPr>
            </a:lvl4pPr>
            <a:lvl5pPr algn="ctr">
              <a:buNone/>
              <a:defRPr sz="975" b="1">
                <a:solidFill>
                  <a:srgbClr val="627D98"/>
                </a:solidFill>
                <a:latin typeface="Arial"/>
                <a:ea typeface="Arial"/>
                <a:cs typeface="Arial"/>
              </a:defRPr>
            </a:lvl5pPr>
            <a:lvl6pPr algn="ctr">
              <a:buNone/>
              <a:defRPr sz="975" b="1">
                <a:solidFill>
                  <a:srgbClr val="627D98"/>
                </a:solidFill>
                <a:latin typeface="Arial"/>
                <a:ea typeface="Arial"/>
                <a:cs typeface="Arial"/>
              </a:defRPr>
            </a:lvl6pPr>
            <a:lvl7pPr algn="ctr">
              <a:buNone/>
              <a:defRPr sz="975" b="1">
                <a:solidFill>
                  <a:srgbClr val="627D98"/>
                </a:solidFill>
                <a:latin typeface="Arial"/>
                <a:ea typeface="Arial"/>
                <a:cs typeface="Arial"/>
              </a:defRPr>
            </a:lvl7pPr>
            <a:lvl8pPr algn="ctr">
              <a:buNone/>
              <a:defRPr sz="975" b="1">
                <a:solidFill>
                  <a:srgbClr val="627D98"/>
                </a:solidFill>
                <a:latin typeface="Arial"/>
                <a:ea typeface="Arial"/>
                <a:cs typeface="Arial"/>
              </a:defRPr>
            </a:lvl8pPr>
            <a:lvl9pPr algn="ctr">
              <a:buNone/>
              <a:defRPr sz="975" b="1">
                <a:solidFill>
                  <a:srgbClr val="627D98"/>
                </a:solidFill>
                <a:latin typeface="Arial"/>
                <a:ea typeface="Arial"/>
                <a:cs typeface="Arial"/>
              </a:defRPr>
            </a:lvl9pPr>
          </a:lstStyle>
          <a:p>
            <a:pPr algn="ctr">
              <a:buNone/>
              <a:defRPr sz="975" b="1">
                <a:solidFill>
                  <a:srgbClr val="627D98"/>
                </a:solidFill>
                <a:latin typeface="Arial"/>
                <a:ea typeface="Arial"/>
                <a:cs typeface="Arial"/>
              </a:defRPr>
            </a:pPr>
            <a:r>
              <a:rPr sz="975" b="1" dirty="0">
                <a:solidFill>
                  <a:srgbClr val="627D98"/>
                </a:solidFill>
                <a:latin typeface="Arial"/>
                <a:ea typeface="Arial"/>
                <a:cs typeface="Arial"/>
              </a:rPr>
              <a:t>approved</a:t>
            </a:r>
          </a:p>
        </p:txBody>
      </p:sp>
      <p:sp>
        <p:nvSpPr>
          <p:cNvPr id="19" name="직선 연결선 18">
            <a:extLst>
              <a:ext uri="{FF2B5EF4-FFF2-40B4-BE49-F238E27FC236}">
                <a16:creationId xmlns:a16="http://schemas.microsoft.com/office/drawing/2014/main" id="{5507C1C4-3B47-415A-AE01-852A3EE6CC1D}"/>
              </a:ext>
            </a:extLst>
          </p:cNvPr>
          <p:cNvSpPr>
            <a:spLocks noGrp="1"/>
          </p:cNvSpPr>
          <p:nvPr/>
        </p:nvSpPr>
        <p:spPr>
          <a:xfrm>
            <a:off x="723900" y="4000500"/>
            <a:ext cx="10477500" cy="0"/>
          </a:xfrm>
          <a:prstGeom prst="line">
            <a:avLst/>
          </a:prstGeom>
          <a:noFill/>
          <a:ln w="9525">
            <a:solidFill>
              <a:srgbClr val="BCCCDC"/>
            </a:solidFill>
            <a:prstDash val="solid"/>
          </a:ln>
        </p:spPr>
        <p:txBody>
          <a:bodyPr/>
          <a:lstStyle/>
          <a:p>
            <a:endParaRPr lang="ko-KR" altLang="en-US"/>
          </a:p>
        </p:txBody>
      </p:sp>
      <p:sp>
        <p:nvSpPr>
          <p:cNvPr id="21" name="직사각형 20">
            <a:extLst>
              <a:ext uri="{FF2B5EF4-FFF2-40B4-BE49-F238E27FC236}">
                <a16:creationId xmlns:a16="http://schemas.microsoft.com/office/drawing/2014/main" id="{89DC2FC4-BD0D-48FA-8FA1-B1FA934FF349}"/>
              </a:ext>
            </a:extLst>
          </p:cNvPr>
          <p:cNvSpPr>
            <a:spLocks noGrp="1"/>
          </p:cNvSpPr>
          <p:nvPr/>
        </p:nvSpPr>
        <p:spPr>
          <a:xfrm>
            <a:off x="742950" y="4432300"/>
            <a:ext cx="4095750" cy="285750"/>
          </a:xfrm>
          <a:prstGeom prst="rect">
            <a:avLst/>
          </a:prstGeom>
          <a:noFill/>
          <a:ln w="0">
            <a:noFill/>
            <a:prstDash val="solid"/>
          </a:ln>
        </p:spPr>
        <p:txBody>
          <a:bodyPr wrap="square" lIns="0" tIns="0" rIns="0" bIns="0" anchor="t">
            <a:normAutofit/>
          </a:bodyPr>
          <a:lstStyle>
            <a:defPPr algn="l">
              <a:defRPr sz="1500" b="1">
                <a:solidFill>
                  <a:srgbClr val="008C8C"/>
                </a:solidFill>
                <a:latin typeface="Arial"/>
                <a:ea typeface="Arial"/>
                <a:cs typeface="Arial"/>
              </a:defRPr>
            </a:defPPr>
            <a:lvl1pPr algn="l">
              <a:buNone/>
              <a:defRPr sz="1500" b="1">
                <a:solidFill>
                  <a:srgbClr val="008C8C"/>
                </a:solidFill>
                <a:latin typeface="Arial"/>
                <a:ea typeface="Arial"/>
                <a:cs typeface="Arial"/>
              </a:defRPr>
            </a:lvl1pPr>
            <a:lvl2pPr algn="l">
              <a:buNone/>
              <a:defRPr sz="1500" b="1">
                <a:solidFill>
                  <a:srgbClr val="008C8C"/>
                </a:solidFill>
                <a:latin typeface="Arial"/>
                <a:ea typeface="Arial"/>
                <a:cs typeface="Arial"/>
              </a:defRPr>
            </a:lvl2pPr>
            <a:lvl3pPr algn="l">
              <a:buNone/>
              <a:defRPr sz="1500" b="1">
                <a:solidFill>
                  <a:srgbClr val="008C8C"/>
                </a:solidFill>
                <a:latin typeface="Arial"/>
                <a:ea typeface="Arial"/>
                <a:cs typeface="Arial"/>
              </a:defRPr>
            </a:lvl3pPr>
            <a:lvl4pPr algn="l">
              <a:buNone/>
              <a:defRPr sz="1500" b="1">
                <a:solidFill>
                  <a:srgbClr val="008C8C"/>
                </a:solidFill>
                <a:latin typeface="Arial"/>
                <a:ea typeface="Arial"/>
                <a:cs typeface="Arial"/>
              </a:defRPr>
            </a:lvl4pPr>
            <a:lvl5pPr algn="l">
              <a:buNone/>
              <a:defRPr sz="1500" b="1">
                <a:solidFill>
                  <a:srgbClr val="008C8C"/>
                </a:solidFill>
                <a:latin typeface="Arial"/>
                <a:ea typeface="Arial"/>
                <a:cs typeface="Arial"/>
              </a:defRPr>
            </a:lvl5pPr>
            <a:lvl6pPr algn="l">
              <a:buNone/>
              <a:defRPr sz="1500" b="1">
                <a:solidFill>
                  <a:srgbClr val="008C8C"/>
                </a:solidFill>
                <a:latin typeface="Arial"/>
                <a:ea typeface="Arial"/>
                <a:cs typeface="Arial"/>
              </a:defRPr>
            </a:lvl6pPr>
            <a:lvl7pPr algn="l">
              <a:buNone/>
              <a:defRPr sz="1500" b="1">
                <a:solidFill>
                  <a:srgbClr val="008C8C"/>
                </a:solidFill>
                <a:latin typeface="Arial"/>
                <a:ea typeface="Arial"/>
                <a:cs typeface="Arial"/>
              </a:defRPr>
            </a:lvl7pPr>
            <a:lvl8pPr algn="l">
              <a:buNone/>
              <a:defRPr sz="1500" b="1">
                <a:solidFill>
                  <a:srgbClr val="008C8C"/>
                </a:solidFill>
                <a:latin typeface="Arial"/>
                <a:ea typeface="Arial"/>
                <a:cs typeface="Arial"/>
              </a:defRPr>
            </a:lvl8pPr>
            <a:lvl9pPr algn="l">
              <a:buNone/>
              <a:defRPr sz="1500" b="1">
                <a:solidFill>
                  <a:srgbClr val="008C8C"/>
                </a:solidFill>
                <a:latin typeface="Arial"/>
                <a:ea typeface="Arial"/>
                <a:cs typeface="Arial"/>
              </a:defRPr>
            </a:lvl9pPr>
          </a:lstStyle>
          <a:p>
            <a:pPr algn="l">
              <a:buNone/>
              <a:defRPr sz="1500" b="1">
                <a:solidFill>
                  <a:srgbClr val="008C8C"/>
                </a:solidFill>
                <a:latin typeface="Arial"/>
                <a:ea typeface="Arial"/>
                <a:cs typeface="Arial"/>
              </a:defRPr>
            </a:pPr>
            <a:r>
              <a:rPr sz="1500" b="1" dirty="0">
                <a:solidFill>
                  <a:srgbClr val="008C8C"/>
                </a:solidFill>
                <a:latin typeface="Arial"/>
                <a:ea typeface="Arial"/>
                <a:cs typeface="Arial"/>
              </a:rPr>
              <a:t>POST /</a:t>
            </a:r>
            <a:r>
              <a:rPr sz="1500" b="1" dirty="0" err="1">
                <a:solidFill>
                  <a:srgbClr val="008C8C"/>
                </a:solidFill>
                <a:latin typeface="Arial"/>
                <a:ea typeface="Arial"/>
                <a:cs typeface="Arial"/>
              </a:rPr>
              <a:t>api</a:t>
            </a:r>
            <a:r>
              <a:rPr sz="1500" b="1" dirty="0">
                <a:solidFill>
                  <a:srgbClr val="008C8C"/>
                </a:solidFill>
                <a:latin typeface="Arial"/>
                <a:ea typeface="Arial"/>
                <a:cs typeface="Arial"/>
              </a:rPr>
              <a:t>/calendar/events/preview</a:t>
            </a:r>
          </a:p>
        </p:txBody>
      </p:sp>
      <p:sp>
        <p:nvSpPr>
          <p:cNvPr id="22" name="직사각형 21">
            <a:extLst>
              <a:ext uri="{FF2B5EF4-FFF2-40B4-BE49-F238E27FC236}">
                <a16:creationId xmlns:a16="http://schemas.microsoft.com/office/drawing/2014/main" id="{152A79B1-6D40-40AF-91D7-4CE0A050341B}"/>
              </a:ext>
            </a:extLst>
          </p:cNvPr>
          <p:cNvSpPr>
            <a:spLocks noGrp="1"/>
          </p:cNvSpPr>
          <p:nvPr/>
        </p:nvSpPr>
        <p:spPr>
          <a:xfrm>
            <a:off x="742950" y="4775200"/>
            <a:ext cx="4762500" cy="4381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a:solidFill>
                  <a:srgbClr val="1F2933"/>
                </a:solidFill>
                <a:latin typeface="Arial"/>
                <a:ea typeface="Arial"/>
                <a:cs typeface="Arial"/>
              </a:rPr>
              <a:t>Extract and normalize event fields without creating an event.</a:t>
            </a:r>
          </a:p>
        </p:txBody>
      </p:sp>
      <p:sp>
        <p:nvSpPr>
          <p:cNvPr id="23" name="직사각형 22">
            <a:extLst>
              <a:ext uri="{FF2B5EF4-FFF2-40B4-BE49-F238E27FC236}">
                <a16:creationId xmlns:a16="http://schemas.microsoft.com/office/drawing/2014/main" id="{C9771FC4-71CC-4F0C-9397-DA0D676E76E9}"/>
              </a:ext>
            </a:extLst>
          </p:cNvPr>
          <p:cNvSpPr>
            <a:spLocks noGrp="1"/>
          </p:cNvSpPr>
          <p:nvPr/>
        </p:nvSpPr>
        <p:spPr>
          <a:xfrm>
            <a:off x="6362700" y="4432300"/>
            <a:ext cx="3810000" cy="285750"/>
          </a:xfrm>
          <a:prstGeom prst="rect">
            <a:avLst/>
          </a:prstGeom>
          <a:noFill/>
          <a:ln w="0">
            <a:noFill/>
            <a:prstDash val="solid"/>
          </a:ln>
        </p:spPr>
        <p:txBody>
          <a:bodyPr wrap="square" lIns="0" tIns="0" rIns="0" bIns="0" anchor="t">
            <a:normAutofit/>
          </a:bodyPr>
          <a:lstStyle>
            <a:defPPr algn="l">
              <a:defRPr sz="1500" b="1">
                <a:solidFill>
                  <a:srgbClr val="008C8C"/>
                </a:solidFill>
                <a:latin typeface="Arial"/>
                <a:ea typeface="Arial"/>
                <a:cs typeface="Arial"/>
              </a:defRPr>
            </a:defPPr>
            <a:lvl1pPr algn="l">
              <a:buNone/>
              <a:defRPr sz="1500" b="1">
                <a:solidFill>
                  <a:srgbClr val="008C8C"/>
                </a:solidFill>
                <a:latin typeface="Arial"/>
                <a:ea typeface="Arial"/>
                <a:cs typeface="Arial"/>
              </a:defRPr>
            </a:lvl1pPr>
            <a:lvl2pPr algn="l">
              <a:buNone/>
              <a:defRPr sz="1500" b="1">
                <a:solidFill>
                  <a:srgbClr val="008C8C"/>
                </a:solidFill>
                <a:latin typeface="Arial"/>
                <a:ea typeface="Arial"/>
                <a:cs typeface="Arial"/>
              </a:defRPr>
            </a:lvl2pPr>
            <a:lvl3pPr algn="l">
              <a:buNone/>
              <a:defRPr sz="1500" b="1">
                <a:solidFill>
                  <a:srgbClr val="008C8C"/>
                </a:solidFill>
                <a:latin typeface="Arial"/>
                <a:ea typeface="Arial"/>
                <a:cs typeface="Arial"/>
              </a:defRPr>
            </a:lvl3pPr>
            <a:lvl4pPr algn="l">
              <a:buNone/>
              <a:defRPr sz="1500" b="1">
                <a:solidFill>
                  <a:srgbClr val="008C8C"/>
                </a:solidFill>
                <a:latin typeface="Arial"/>
                <a:ea typeface="Arial"/>
                <a:cs typeface="Arial"/>
              </a:defRPr>
            </a:lvl4pPr>
            <a:lvl5pPr algn="l">
              <a:buNone/>
              <a:defRPr sz="1500" b="1">
                <a:solidFill>
                  <a:srgbClr val="008C8C"/>
                </a:solidFill>
                <a:latin typeface="Arial"/>
                <a:ea typeface="Arial"/>
                <a:cs typeface="Arial"/>
              </a:defRPr>
            </a:lvl5pPr>
            <a:lvl6pPr algn="l">
              <a:buNone/>
              <a:defRPr sz="1500" b="1">
                <a:solidFill>
                  <a:srgbClr val="008C8C"/>
                </a:solidFill>
                <a:latin typeface="Arial"/>
                <a:ea typeface="Arial"/>
                <a:cs typeface="Arial"/>
              </a:defRPr>
            </a:lvl6pPr>
            <a:lvl7pPr algn="l">
              <a:buNone/>
              <a:defRPr sz="1500" b="1">
                <a:solidFill>
                  <a:srgbClr val="008C8C"/>
                </a:solidFill>
                <a:latin typeface="Arial"/>
                <a:ea typeface="Arial"/>
                <a:cs typeface="Arial"/>
              </a:defRPr>
            </a:lvl7pPr>
            <a:lvl8pPr algn="l">
              <a:buNone/>
              <a:defRPr sz="1500" b="1">
                <a:solidFill>
                  <a:srgbClr val="008C8C"/>
                </a:solidFill>
                <a:latin typeface="Arial"/>
                <a:ea typeface="Arial"/>
                <a:cs typeface="Arial"/>
              </a:defRPr>
            </a:lvl8pPr>
            <a:lvl9pPr algn="l">
              <a:buNone/>
              <a:defRPr sz="1500" b="1">
                <a:solidFill>
                  <a:srgbClr val="008C8C"/>
                </a:solidFill>
                <a:latin typeface="Arial"/>
                <a:ea typeface="Arial"/>
                <a:cs typeface="Arial"/>
              </a:defRPr>
            </a:lvl9pPr>
          </a:lstStyle>
          <a:p>
            <a:pPr algn="l">
              <a:buNone/>
              <a:defRPr sz="1500" b="1">
                <a:solidFill>
                  <a:srgbClr val="008C8C"/>
                </a:solidFill>
                <a:latin typeface="Arial"/>
                <a:ea typeface="Arial"/>
                <a:cs typeface="Arial"/>
              </a:defRPr>
            </a:pPr>
            <a:r>
              <a:rPr sz="1500" b="1">
                <a:solidFill>
                  <a:srgbClr val="008C8C"/>
                </a:solidFill>
                <a:latin typeface="Arial"/>
                <a:ea typeface="Arial"/>
                <a:cs typeface="Arial"/>
              </a:rPr>
              <a:t>POST /api/calendar/events</a:t>
            </a:r>
          </a:p>
        </p:txBody>
      </p:sp>
      <p:sp>
        <p:nvSpPr>
          <p:cNvPr id="24" name="직사각형 23">
            <a:extLst>
              <a:ext uri="{FF2B5EF4-FFF2-40B4-BE49-F238E27FC236}">
                <a16:creationId xmlns:a16="http://schemas.microsoft.com/office/drawing/2014/main" id="{B3156BB3-B25D-440D-A602-2A76DFEAC6D2}"/>
              </a:ext>
            </a:extLst>
          </p:cNvPr>
          <p:cNvSpPr>
            <a:spLocks noGrp="1"/>
          </p:cNvSpPr>
          <p:nvPr/>
        </p:nvSpPr>
        <p:spPr>
          <a:xfrm>
            <a:off x="6362700" y="4746624"/>
            <a:ext cx="4476750" cy="438150"/>
          </a:xfrm>
          <a:prstGeom prst="rect">
            <a:avLst/>
          </a:prstGeom>
          <a:noFill/>
          <a:ln w="0">
            <a:noFill/>
            <a:prstDash val="solid"/>
          </a:ln>
        </p:spPr>
        <p:txBody>
          <a:bodyPr wrap="square" lIns="0" tIns="0" rIns="0" bIns="0" anchor="t">
            <a:normAutofit/>
          </a:bodyPr>
          <a:lstStyle>
            <a:defPPr algn="l">
              <a:defRPr sz="1350" b="0">
                <a:solidFill>
                  <a:srgbClr val="1F2933"/>
                </a:solidFill>
                <a:latin typeface="Arial"/>
                <a:ea typeface="Arial"/>
                <a:cs typeface="Arial"/>
              </a:defRPr>
            </a:defPPr>
            <a:lvl1pPr algn="l">
              <a:buNone/>
              <a:defRPr sz="1350" b="0">
                <a:solidFill>
                  <a:srgbClr val="1F2933"/>
                </a:solidFill>
                <a:latin typeface="Arial"/>
                <a:ea typeface="Arial"/>
                <a:cs typeface="Arial"/>
              </a:defRPr>
            </a:lvl1pPr>
            <a:lvl2pPr algn="l">
              <a:buNone/>
              <a:defRPr sz="1350" b="0">
                <a:solidFill>
                  <a:srgbClr val="1F2933"/>
                </a:solidFill>
                <a:latin typeface="Arial"/>
                <a:ea typeface="Arial"/>
                <a:cs typeface="Arial"/>
              </a:defRPr>
            </a:lvl2pPr>
            <a:lvl3pPr algn="l">
              <a:buNone/>
              <a:defRPr sz="1350" b="0">
                <a:solidFill>
                  <a:srgbClr val="1F2933"/>
                </a:solidFill>
                <a:latin typeface="Arial"/>
                <a:ea typeface="Arial"/>
                <a:cs typeface="Arial"/>
              </a:defRPr>
            </a:lvl3pPr>
            <a:lvl4pPr algn="l">
              <a:buNone/>
              <a:defRPr sz="1350" b="0">
                <a:solidFill>
                  <a:srgbClr val="1F2933"/>
                </a:solidFill>
                <a:latin typeface="Arial"/>
                <a:ea typeface="Arial"/>
                <a:cs typeface="Arial"/>
              </a:defRPr>
            </a:lvl4pPr>
            <a:lvl5pPr algn="l">
              <a:buNone/>
              <a:defRPr sz="1350" b="0">
                <a:solidFill>
                  <a:srgbClr val="1F2933"/>
                </a:solidFill>
                <a:latin typeface="Arial"/>
                <a:ea typeface="Arial"/>
                <a:cs typeface="Arial"/>
              </a:defRPr>
            </a:lvl5pPr>
            <a:lvl6pPr algn="l">
              <a:buNone/>
              <a:defRPr sz="1350" b="0">
                <a:solidFill>
                  <a:srgbClr val="1F2933"/>
                </a:solidFill>
                <a:latin typeface="Arial"/>
                <a:ea typeface="Arial"/>
                <a:cs typeface="Arial"/>
              </a:defRPr>
            </a:lvl6pPr>
            <a:lvl7pPr algn="l">
              <a:buNone/>
              <a:defRPr sz="1350" b="0">
                <a:solidFill>
                  <a:srgbClr val="1F2933"/>
                </a:solidFill>
                <a:latin typeface="Arial"/>
                <a:ea typeface="Arial"/>
                <a:cs typeface="Arial"/>
              </a:defRPr>
            </a:lvl7pPr>
            <a:lvl8pPr algn="l">
              <a:buNone/>
              <a:defRPr sz="1350" b="0">
                <a:solidFill>
                  <a:srgbClr val="1F2933"/>
                </a:solidFill>
                <a:latin typeface="Arial"/>
                <a:ea typeface="Arial"/>
                <a:cs typeface="Arial"/>
              </a:defRPr>
            </a:lvl8pPr>
            <a:lvl9pPr algn="l">
              <a:buNone/>
              <a:defRPr sz="1350" b="0">
                <a:solidFill>
                  <a:srgbClr val="1F2933"/>
                </a:solidFill>
                <a:latin typeface="Arial"/>
                <a:ea typeface="Arial"/>
                <a:cs typeface="Arial"/>
              </a:defRPr>
            </a:lvl9pPr>
          </a:lstStyle>
          <a:p>
            <a:pPr algn="l">
              <a:buNone/>
              <a:defRPr sz="1350" b="0">
                <a:solidFill>
                  <a:srgbClr val="1F2933"/>
                </a:solidFill>
                <a:latin typeface="Arial"/>
                <a:ea typeface="Arial"/>
                <a:cs typeface="Arial"/>
              </a:defRPr>
            </a:pPr>
            <a:r>
              <a:rPr sz="1350" b="0" dirty="0">
                <a:solidFill>
                  <a:srgbClr val="1F2933"/>
                </a:solidFill>
                <a:latin typeface="Arial"/>
                <a:ea typeface="Arial"/>
                <a:cs typeface="Arial"/>
              </a:rPr>
              <a:t>Create the event from the user-approved preview.</a:t>
            </a:r>
          </a:p>
        </p:txBody>
      </p:sp>
      <p:sp>
        <p:nvSpPr>
          <p:cNvPr id="25" name="직사각형 24">
            <a:extLst>
              <a:ext uri="{FF2B5EF4-FFF2-40B4-BE49-F238E27FC236}">
                <a16:creationId xmlns:a16="http://schemas.microsoft.com/office/drawing/2014/main" id="{ABC9E1E9-F4B0-4A33-9410-4B66286D0EE7}"/>
              </a:ext>
            </a:extLst>
          </p:cNvPr>
          <p:cNvSpPr>
            <a:spLocks noGrp="1"/>
          </p:cNvSpPr>
          <p:nvPr/>
        </p:nvSpPr>
        <p:spPr>
          <a:xfrm>
            <a:off x="2305050" y="5537200"/>
            <a:ext cx="7810500" cy="266700"/>
          </a:xfrm>
          <a:prstGeom prst="rect">
            <a:avLst/>
          </a:prstGeom>
          <a:noFill/>
          <a:ln w="0">
            <a:noFill/>
            <a:prstDash val="solid"/>
          </a:ln>
        </p:spPr>
        <p:txBody>
          <a:bodyPr wrap="square" lIns="0" tIns="0" rIns="0" bIns="0" anchor="t">
            <a:normAutofit/>
          </a:bodyPr>
          <a:lstStyle>
            <a:defPPr algn="ctr">
              <a:defRPr sz="1350" b="1">
                <a:solidFill>
                  <a:srgbClr val="627D98"/>
                </a:solidFill>
                <a:latin typeface="Arial"/>
                <a:ea typeface="Arial"/>
                <a:cs typeface="Arial"/>
              </a:defRPr>
            </a:defPPr>
            <a:lvl1pPr algn="ctr">
              <a:buNone/>
              <a:defRPr sz="1350" b="1">
                <a:solidFill>
                  <a:srgbClr val="627D98"/>
                </a:solidFill>
                <a:latin typeface="Arial"/>
                <a:ea typeface="Arial"/>
                <a:cs typeface="Arial"/>
              </a:defRPr>
            </a:lvl1pPr>
            <a:lvl2pPr algn="ctr">
              <a:buNone/>
              <a:defRPr sz="1350" b="1">
                <a:solidFill>
                  <a:srgbClr val="627D98"/>
                </a:solidFill>
                <a:latin typeface="Arial"/>
                <a:ea typeface="Arial"/>
                <a:cs typeface="Arial"/>
              </a:defRPr>
            </a:lvl2pPr>
            <a:lvl3pPr algn="ctr">
              <a:buNone/>
              <a:defRPr sz="1350" b="1">
                <a:solidFill>
                  <a:srgbClr val="627D98"/>
                </a:solidFill>
                <a:latin typeface="Arial"/>
                <a:ea typeface="Arial"/>
                <a:cs typeface="Arial"/>
              </a:defRPr>
            </a:lvl3pPr>
            <a:lvl4pPr algn="ctr">
              <a:buNone/>
              <a:defRPr sz="1350" b="1">
                <a:solidFill>
                  <a:srgbClr val="627D98"/>
                </a:solidFill>
                <a:latin typeface="Arial"/>
                <a:ea typeface="Arial"/>
                <a:cs typeface="Arial"/>
              </a:defRPr>
            </a:lvl4pPr>
            <a:lvl5pPr algn="ctr">
              <a:buNone/>
              <a:defRPr sz="1350" b="1">
                <a:solidFill>
                  <a:srgbClr val="627D98"/>
                </a:solidFill>
                <a:latin typeface="Arial"/>
                <a:ea typeface="Arial"/>
                <a:cs typeface="Arial"/>
              </a:defRPr>
            </a:lvl5pPr>
            <a:lvl6pPr algn="ctr">
              <a:buNone/>
              <a:defRPr sz="1350" b="1">
                <a:solidFill>
                  <a:srgbClr val="627D98"/>
                </a:solidFill>
                <a:latin typeface="Arial"/>
                <a:ea typeface="Arial"/>
                <a:cs typeface="Arial"/>
              </a:defRPr>
            </a:lvl6pPr>
            <a:lvl7pPr algn="ctr">
              <a:buNone/>
              <a:defRPr sz="1350" b="1">
                <a:solidFill>
                  <a:srgbClr val="627D98"/>
                </a:solidFill>
                <a:latin typeface="Arial"/>
                <a:ea typeface="Arial"/>
                <a:cs typeface="Arial"/>
              </a:defRPr>
            </a:lvl7pPr>
            <a:lvl8pPr algn="ctr">
              <a:buNone/>
              <a:defRPr sz="1350" b="1">
                <a:solidFill>
                  <a:srgbClr val="627D98"/>
                </a:solidFill>
                <a:latin typeface="Arial"/>
                <a:ea typeface="Arial"/>
                <a:cs typeface="Arial"/>
              </a:defRPr>
            </a:lvl8pPr>
            <a:lvl9pPr algn="ctr">
              <a:buNone/>
              <a:defRPr sz="1350" b="1">
                <a:solidFill>
                  <a:srgbClr val="627D98"/>
                </a:solidFill>
                <a:latin typeface="Arial"/>
                <a:ea typeface="Arial"/>
                <a:cs typeface="Arial"/>
              </a:defRPr>
            </a:lvl9pPr>
          </a:lstStyle>
          <a:p>
            <a:pPr algn="ctr">
              <a:buNone/>
              <a:defRPr sz="1350" b="1">
                <a:solidFill>
                  <a:srgbClr val="627D98"/>
                </a:solidFill>
                <a:latin typeface="Arial"/>
                <a:ea typeface="Arial"/>
                <a:cs typeface="Arial"/>
              </a:defRPr>
            </a:pPr>
            <a:r>
              <a:rPr sz="1350" b="1" dirty="0">
                <a:solidFill>
                  <a:srgbClr val="627D98"/>
                </a:solidFill>
                <a:latin typeface="Arial"/>
                <a:ea typeface="Arial"/>
                <a:cs typeface="Arial"/>
              </a:rPr>
              <a:t>Additional OAuth scope will be requested only when Calendar integration exists.</a:t>
            </a:r>
          </a:p>
        </p:txBody>
      </p:sp>
      <p:sp>
        <p:nvSpPr>
          <p:cNvPr id="26" name="직사각형 25">
            <a:extLst>
              <a:ext uri="{FF2B5EF4-FFF2-40B4-BE49-F238E27FC236}">
                <a16:creationId xmlns:a16="http://schemas.microsoft.com/office/drawing/2014/main" id="{5CB7F6F2-2749-47DF-AC85-CE199D3D1CAE}"/>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627D98"/>
                </a:solidFill>
                <a:latin typeface="Arial"/>
                <a:ea typeface="Arial"/>
                <a:cs typeface="Arial"/>
              </a:defRPr>
            </a:defPPr>
            <a:lvl1pPr algn="l">
              <a:buNone/>
              <a:defRPr sz="975" b="1">
                <a:solidFill>
                  <a:srgbClr val="627D98"/>
                </a:solidFill>
                <a:latin typeface="Arial"/>
                <a:ea typeface="Arial"/>
                <a:cs typeface="Arial"/>
              </a:defRPr>
            </a:lvl1pPr>
            <a:lvl2pPr algn="l">
              <a:buNone/>
              <a:defRPr sz="975" b="1">
                <a:solidFill>
                  <a:srgbClr val="627D98"/>
                </a:solidFill>
                <a:latin typeface="Arial"/>
                <a:ea typeface="Arial"/>
                <a:cs typeface="Arial"/>
              </a:defRPr>
            </a:lvl2pPr>
            <a:lvl3pPr algn="l">
              <a:buNone/>
              <a:defRPr sz="975" b="1">
                <a:solidFill>
                  <a:srgbClr val="627D98"/>
                </a:solidFill>
                <a:latin typeface="Arial"/>
                <a:ea typeface="Arial"/>
                <a:cs typeface="Arial"/>
              </a:defRPr>
            </a:lvl3pPr>
            <a:lvl4pPr algn="l">
              <a:buNone/>
              <a:defRPr sz="975" b="1">
                <a:solidFill>
                  <a:srgbClr val="627D98"/>
                </a:solidFill>
                <a:latin typeface="Arial"/>
                <a:ea typeface="Arial"/>
                <a:cs typeface="Arial"/>
              </a:defRPr>
            </a:lvl4pPr>
            <a:lvl5pPr algn="l">
              <a:buNone/>
              <a:defRPr sz="975" b="1">
                <a:solidFill>
                  <a:srgbClr val="627D98"/>
                </a:solidFill>
                <a:latin typeface="Arial"/>
                <a:ea typeface="Arial"/>
                <a:cs typeface="Arial"/>
              </a:defRPr>
            </a:lvl5pPr>
            <a:lvl6pPr algn="l">
              <a:buNone/>
              <a:defRPr sz="975" b="1">
                <a:solidFill>
                  <a:srgbClr val="627D98"/>
                </a:solidFill>
                <a:latin typeface="Arial"/>
                <a:ea typeface="Arial"/>
                <a:cs typeface="Arial"/>
              </a:defRPr>
            </a:lvl6pPr>
            <a:lvl7pPr algn="l">
              <a:buNone/>
              <a:defRPr sz="975" b="1">
                <a:solidFill>
                  <a:srgbClr val="627D98"/>
                </a:solidFill>
                <a:latin typeface="Arial"/>
                <a:ea typeface="Arial"/>
                <a:cs typeface="Arial"/>
              </a:defRPr>
            </a:lvl7pPr>
            <a:lvl8pPr algn="l">
              <a:buNone/>
              <a:defRPr sz="975" b="1">
                <a:solidFill>
                  <a:srgbClr val="627D98"/>
                </a:solidFill>
                <a:latin typeface="Arial"/>
                <a:ea typeface="Arial"/>
                <a:cs typeface="Arial"/>
              </a:defRPr>
            </a:lvl8pPr>
            <a:lvl9pPr algn="l">
              <a:buNone/>
              <a:defRPr sz="975" b="1">
                <a:solidFill>
                  <a:srgbClr val="627D98"/>
                </a:solidFill>
                <a:latin typeface="Arial"/>
                <a:ea typeface="Arial"/>
                <a:cs typeface="Arial"/>
              </a:defRPr>
            </a:lvl9pPr>
          </a:lstStyle>
          <a:p>
            <a:pPr algn="l">
              <a:buNone/>
              <a:defRPr sz="975" b="1">
                <a:solidFill>
                  <a:srgbClr val="627D98"/>
                </a:solidFill>
                <a:latin typeface="Arial"/>
                <a:ea typeface="Arial"/>
                <a:cs typeface="Arial"/>
              </a:defRPr>
            </a:pPr>
            <a:r>
              <a:rPr sz="975" b="1">
                <a:solidFill>
                  <a:srgbClr val="627D98"/>
                </a:solidFill>
                <a:latin typeface="Arial"/>
                <a:ea typeface="Arial"/>
                <a:cs typeface="Arial"/>
              </a:rPr>
              <a:t>MailFlow AI</a:t>
            </a:r>
          </a:p>
        </p:txBody>
      </p:sp>
      <p:sp>
        <p:nvSpPr>
          <p:cNvPr id="27" name="직사각형 26">
            <a:extLst>
              <a:ext uri="{FF2B5EF4-FFF2-40B4-BE49-F238E27FC236}">
                <a16:creationId xmlns:a16="http://schemas.microsoft.com/office/drawing/2014/main" id="{EBDFA10C-CC56-4B28-8BA4-8D24F61475F6}"/>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627D98"/>
                </a:solidFill>
                <a:latin typeface="Arial"/>
                <a:ea typeface="Arial"/>
                <a:cs typeface="Arial"/>
              </a:defRPr>
            </a:defPPr>
            <a:lvl1pPr algn="r">
              <a:buNone/>
              <a:defRPr sz="975" b="1">
                <a:solidFill>
                  <a:srgbClr val="627D98"/>
                </a:solidFill>
                <a:latin typeface="Arial"/>
                <a:ea typeface="Arial"/>
                <a:cs typeface="Arial"/>
              </a:defRPr>
            </a:lvl1pPr>
            <a:lvl2pPr algn="r">
              <a:buNone/>
              <a:defRPr sz="975" b="1">
                <a:solidFill>
                  <a:srgbClr val="627D98"/>
                </a:solidFill>
                <a:latin typeface="Arial"/>
                <a:ea typeface="Arial"/>
                <a:cs typeface="Arial"/>
              </a:defRPr>
            </a:lvl2pPr>
            <a:lvl3pPr algn="r">
              <a:buNone/>
              <a:defRPr sz="975" b="1">
                <a:solidFill>
                  <a:srgbClr val="627D98"/>
                </a:solidFill>
                <a:latin typeface="Arial"/>
                <a:ea typeface="Arial"/>
                <a:cs typeface="Arial"/>
              </a:defRPr>
            </a:lvl3pPr>
            <a:lvl4pPr algn="r">
              <a:buNone/>
              <a:defRPr sz="975" b="1">
                <a:solidFill>
                  <a:srgbClr val="627D98"/>
                </a:solidFill>
                <a:latin typeface="Arial"/>
                <a:ea typeface="Arial"/>
                <a:cs typeface="Arial"/>
              </a:defRPr>
            </a:lvl4pPr>
            <a:lvl5pPr algn="r">
              <a:buNone/>
              <a:defRPr sz="975" b="1">
                <a:solidFill>
                  <a:srgbClr val="627D98"/>
                </a:solidFill>
                <a:latin typeface="Arial"/>
                <a:ea typeface="Arial"/>
                <a:cs typeface="Arial"/>
              </a:defRPr>
            </a:lvl5pPr>
            <a:lvl6pPr algn="r">
              <a:buNone/>
              <a:defRPr sz="975" b="1">
                <a:solidFill>
                  <a:srgbClr val="627D98"/>
                </a:solidFill>
                <a:latin typeface="Arial"/>
                <a:ea typeface="Arial"/>
                <a:cs typeface="Arial"/>
              </a:defRPr>
            </a:lvl6pPr>
            <a:lvl7pPr algn="r">
              <a:buNone/>
              <a:defRPr sz="975" b="1">
                <a:solidFill>
                  <a:srgbClr val="627D98"/>
                </a:solidFill>
                <a:latin typeface="Arial"/>
                <a:ea typeface="Arial"/>
                <a:cs typeface="Arial"/>
              </a:defRPr>
            </a:lvl7pPr>
            <a:lvl8pPr algn="r">
              <a:buNone/>
              <a:defRPr sz="975" b="1">
                <a:solidFill>
                  <a:srgbClr val="627D98"/>
                </a:solidFill>
                <a:latin typeface="Arial"/>
                <a:ea typeface="Arial"/>
                <a:cs typeface="Arial"/>
              </a:defRPr>
            </a:lvl8pPr>
            <a:lvl9pPr algn="r">
              <a:buNone/>
              <a:defRPr sz="975" b="1">
                <a:solidFill>
                  <a:srgbClr val="627D98"/>
                </a:solidFill>
                <a:latin typeface="Arial"/>
                <a:ea typeface="Arial"/>
                <a:cs typeface="Arial"/>
              </a:defRPr>
            </a:lvl9pPr>
          </a:lstStyle>
          <a:p>
            <a:pPr algn="r">
              <a:buNone/>
              <a:defRPr sz="975" b="1">
                <a:solidFill>
                  <a:srgbClr val="627D98"/>
                </a:solidFill>
                <a:latin typeface="Arial"/>
                <a:ea typeface="Arial"/>
                <a:cs typeface="Arial"/>
              </a:defRPr>
            </a:pPr>
            <a:r>
              <a:rPr sz="975" b="1">
                <a:solidFill>
                  <a:srgbClr val="627D98"/>
                </a:solidFill>
                <a:latin typeface="Arial"/>
                <a:ea typeface="Arial"/>
                <a:cs typeface="Arial"/>
              </a:rPr>
              <a:t>09</a:t>
            </a:r>
          </a:p>
        </p:txBody>
      </p:sp>
    </p:spTree>
    <p:extLst>
      <p:ext uri="{BB962C8B-B14F-4D97-AF65-F5344CB8AC3E}">
        <p14:creationId xmlns:p14="http://schemas.microsoft.com/office/powerpoint/2010/main" val="332476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30" name="직사각형 29">
            <a:extLst>
              <a:ext uri="{FF2B5EF4-FFF2-40B4-BE49-F238E27FC236}">
                <a16:creationId xmlns:a16="http://schemas.microsoft.com/office/drawing/2014/main" id="{A4AC6063-0AD2-4524-9C2A-238C5044C448}"/>
              </a:ext>
            </a:extLst>
          </p:cNvPr>
          <p:cNvSpPr>
            <a:spLocks noGrp="1"/>
          </p:cNvSpPr>
          <p:nvPr/>
        </p:nvSpPr>
        <p:spPr>
          <a:xfrm>
            <a:off x="609600" y="457200"/>
            <a:ext cx="8572500" cy="590550"/>
          </a:xfrm>
          <a:prstGeom prst="rect">
            <a:avLst/>
          </a:prstGeom>
          <a:noFill/>
          <a:ln w="0">
            <a:noFill/>
            <a:prstDash val="solid"/>
          </a:ln>
        </p:spPr>
        <p:txBody>
          <a:bodyPr wrap="square" lIns="0" tIns="0" rIns="0" bIns="0" anchor="t">
            <a:normAutofit/>
          </a:bodyPr>
          <a:lstStyle>
            <a:defPPr algn="l">
              <a:defRPr sz="3375" b="1">
                <a:solidFill>
                  <a:srgbClr val="FFFFFF"/>
                </a:solidFill>
                <a:latin typeface="Arial"/>
                <a:ea typeface="Arial"/>
                <a:cs typeface="Arial"/>
              </a:defRPr>
            </a:defPPr>
            <a:lvl1pPr algn="l">
              <a:buNone/>
              <a:defRPr sz="3375" b="1">
                <a:solidFill>
                  <a:srgbClr val="FFFFFF"/>
                </a:solidFill>
                <a:latin typeface="Arial"/>
                <a:ea typeface="Arial"/>
                <a:cs typeface="Arial"/>
              </a:defRPr>
            </a:lvl1pPr>
            <a:lvl2pPr algn="l">
              <a:buNone/>
              <a:defRPr sz="3375" b="1">
                <a:solidFill>
                  <a:srgbClr val="FFFFFF"/>
                </a:solidFill>
                <a:latin typeface="Arial"/>
                <a:ea typeface="Arial"/>
                <a:cs typeface="Arial"/>
              </a:defRPr>
            </a:lvl2pPr>
            <a:lvl3pPr algn="l">
              <a:buNone/>
              <a:defRPr sz="3375" b="1">
                <a:solidFill>
                  <a:srgbClr val="FFFFFF"/>
                </a:solidFill>
                <a:latin typeface="Arial"/>
                <a:ea typeface="Arial"/>
                <a:cs typeface="Arial"/>
              </a:defRPr>
            </a:lvl3pPr>
            <a:lvl4pPr algn="l">
              <a:buNone/>
              <a:defRPr sz="3375" b="1">
                <a:solidFill>
                  <a:srgbClr val="FFFFFF"/>
                </a:solidFill>
                <a:latin typeface="Arial"/>
                <a:ea typeface="Arial"/>
                <a:cs typeface="Arial"/>
              </a:defRPr>
            </a:lvl4pPr>
            <a:lvl5pPr algn="l">
              <a:buNone/>
              <a:defRPr sz="3375" b="1">
                <a:solidFill>
                  <a:srgbClr val="FFFFFF"/>
                </a:solidFill>
                <a:latin typeface="Arial"/>
                <a:ea typeface="Arial"/>
                <a:cs typeface="Arial"/>
              </a:defRPr>
            </a:lvl5pPr>
            <a:lvl6pPr algn="l">
              <a:buNone/>
              <a:defRPr sz="3375" b="1">
                <a:solidFill>
                  <a:srgbClr val="FFFFFF"/>
                </a:solidFill>
                <a:latin typeface="Arial"/>
                <a:ea typeface="Arial"/>
                <a:cs typeface="Arial"/>
              </a:defRPr>
            </a:lvl6pPr>
            <a:lvl7pPr algn="l">
              <a:buNone/>
              <a:defRPr sz="3375" b="1">
                <a:solidFill>
                  <a:srgbClr val="FFFFFF"/>
                </a:solidFill>
                <a:latin typeface="Arial"/>
                <a:ea typeface="Arial"/>
                <a:cs typeface="Arial"/>
              </a:defRPr>
            </a:lvl7pPr>
            <a:lvl8pPr algn="l">
              <a:buNone/>
              <a:defRPr sz="3375" b="1">
                <a:solidFill>
                  <a:srgbClr val="FFFFFF"/>
                </a:solidFill>
                <a:latin typeface="Arial"/>
                <a:ea typeface="Arial"/>
                <a:cs typeface="Arial"/>
              </a:defRPr>
            </a:lvl8pPr>
            <a:lvl9pPr algn="l">
              <a:buNone/>
              <a:defRPr sz="3375" b="1">
                <a:solidFill>
                  <a:srgbClr val="FFFFFF"/>
                </a:solidFill>
                <a:latin typeface="Arial"/>
                <a:ea typeface="Arial"/>
                <a:cs typeface="Arial"/>
              </a:defRPr>
            </a:lvl9pPr>
          </a:lstStyle>
          <a:p>
            <a:pPr algn="l">
              <a:buNone/>
              <a:defRPr sz="3375" b="1">
                <a:solidFill>
                  <a:srgbClr val="FFFFFF"/>
                </a:solidFill>
                <a:latin typeface="Arial"/>
                <a:ea typeface="Arial"/>
                <a:cs typeface="Arial"/>
              </a:defRPr>
            </a:pPr>
            <a:r>
              <a:rPr sz="3375" b="1">
                <a:solidFill>
                  <a:srgbClr val="FFFFFF"/>
                </a:solidFill>
                <a:latin typeface="Arial"/>
                <a:ea typeface="Arial"/>
                <a:cs typeface="Arial"/>
              </a:rPr>
              <a:t>Readiness and API roadmap</a:t>
            </a:r>
          </a:p>
        </p:txBody>
      </p:sp>
      <p:sp>
        <p:nvSpPr>
          <p:cNvPr id="10" name="직사각형 9">
            <a:extLst>
              <a:ext uri="{FF2B5EF4-FFF2-40B4-BE49-F238E27FC236}">
                <a16:creationId xmlns:a16="http://schemas.microsoft.com/office/drawing/2014/main" id="{068335F4-741E-4C5A-8164-5C10C1F0972F}"/>
              </a:ext>
            </a:extLst>
          </p:cNvPr>
          <p:cNvSpPr>
            <a:spLocks noGrp="1"/>
          </p:cNvSpPr>
          <p:nvPr/>
        </p:nvSpPr>
        <p:spPr>
          <a:xfrm>
            <a:off x="539750" y="1314450"/>
            <a:ext cx="9423400" cy="323850"/>
          </a:xfrm>
          <a:prstGeom prst="rect">
            <a:avLst/>
          </a:prstGeom>
          <a:noFill/>
          <a:ln w="0">
            <a:noFill/>
            <a:prstDash val="solid"/>
          </a:ln>
        </p:spPr>
        <p:txBody>
          <a:bodyPr wrap="square" lIns="0" tIns="0" rIns="0" bIns="0" anchor="t">
            <a:normAutofit/>
          </a:bodyPr>
          <a:lstStyle>
            <a:defPPr algn="l">
              <a:defRPr sz="1575" b="1">
                <a:solidFill>
                  <a:srgbClr val="DFF4F2"/>
                </a:solidFill>
                <a:latin typeface="Arial"/>
                <a:ea typeface="Arial"/>
                <a:cs typeface="Arial"/>
              </a:defRPr>
            </a:defPPr>
            <a:lvl1pPr algn="l">
              <a:buNone/>
              <a:defRPr sz="1575" b="1">
                <a:solidFill>
                  <a:srgbClr val="DFF4F2"/>
                </a:solidFill>
                <a:latin typeface="Arial"/>
                <a:ea typeface="Arial"/>
                <a:cs typeface="Arial"/>
              </a:defRPr>
            </a:lvl1pPr>
            <a:lvl2pPr algn="l">
              <a:buNone/>
              <a:defRPr sz="1575" b="1">
                <a:solidFill>
                  <a:srgbClr val="DFF4F2"/>
                </a:solidFill>
                <a:latin typeface="Arial"/>
                <a:ea typeface="Arial"/>
                <a:cs typeface="Arial"/>
              </a:defRPr>
            </a:lvl2pPr>
            <a:lvl3pPr algn="l">
              <a:buNone/>
              <a:defRPr sz="1575" b="1">
                <a:solidFill>
                  <a:srgbClr val="DFF4F2"/>
                </a:solidFill>
                <a:latin typeface="Arial"/>
                <a:ea typeface="Arial"/>
                <a:cs typeface="Arial"/>
              </a:defRPr>
            </a:lvl3pPr>
            <a:lvl4pPr algn="l">
              <a:buNone/>
              <a:defRPr sz="1575" b="1">
                <a:solidFill>
                  <a:srgbClr val="DFF4F2"/>
                </a:solidFill>
                <a:latin typeface="Arial"/>
                <a:ea typeface="Arial"/>
                <a:cs typeface="Arial"/>
              </a:defRPr>
            </a:lvl4pPr>
            <a:lvl5pPr algn="l">
              <a:buNone/>
              <a:defRPr sz="1575" b="1">
                <a:solidFill>
                  <a:srgbClr val="DFF4F2"/>
                </a:solidFill>
                <a:latin typeface="Arial"/>
                <a:ea typeface="Arial"/>
                <a:cs typeface="Arial"/>
              </a:defRPr>
            </a:lvl5pPr>
            <a:lvl6pPr algn="l">
              <a:buNone/>
              <a:defRPr sz="1575" b="1">
                <a:solidFill>
                  <a:srgbClr val="DFF4F2"/>
                </a:solidFill>
                <a:latin typeface="Arial"/>
                <a:ea typeface="Arial"/>
                <a:cs typeface="Arial"/>
              </a:defRPr>
            </a:lvl6pPr>
            <a:lvl7pPr algn="l">
              <a:buNone/>
              <a:defRPr sz="1575" b="1">
                <a:solidFill>
                  <a:srgbClr val="DFF4F2"/>
                </a:solidFill>
                <a:latin typeface="Arial"/>
                <a:ea typeface="Arial"/>
                <a:cs typeface="Arial"/>
              </a:defRPr>
            </a:lvl7pPr>
            <a:lvl8pPr algn="l">
              <a:buNone/>
              <a:defRPr sz="1575" b="1">
                <a:solidFill>
                  <a:srgbClr val="DFF4F2"/>
                </a:solidFill>
                <a:latin typeface="Arial"/>
                <a:ea typeface="Arial"/>
                <a:cs typeface="Arial"/>
              </a:defRPr>
            </a:lvl8pPr>
            <a:lvl9pPr algn="l">
              <a:buNone/>
              <a:defRPr sz="1575" b="1">
                <a:solidFill>
                  <a:srgbClr val="DFF4F2"/>
                </a:solidFill>
                <a:latin typeface="Arial"/>
                <a:ea typeface="Arial"/>
                <a:cs typeface="Arial"/>
              </a:defRPr>
            </a:lvl9pPr>
          </a:lstStyle>
          <a:p>
            <a:pPr algn="l">
              <a:buNone/>
              <a:defRPr sz="1575" b="1">
                <a:solidFill>
                  <a:srgbClr val="DFF4F2"/>
                </a:solidFill>
                <a:latin typeface="Arial"/>
                <a:ea typeface="Arial"/>
                <a:cs typeface="Arial"/>
              </a:defRPr>
            </a:pPr>
            <a:r>
              <a:rPr sz="1575" b="1">
                <a:solidFill>
                  <a:srgbClr val="DFF4F2"/>
                </a:solidFill>
                <a:latin typeface="Arial"/>
                <a:ea typeface="Arial"/>
                <a:cs typeface="Arial"/>
              </a:rPr>
              <a:t>Implementation after the review</a:t>
            </a:r>
          </a:p>
        </p:txBody>
      </p:sp>
      <p:sp>
        <p:nvSpPr>
          <p:cNvPr id="11" name="직선 연결선 10">
            <a:extLst>
              <a:ext uri="{FF2B5EF4-FFF2-40B4-BE49-F238E27FC236}">
                <a16:creationId xmlns:a16="http://schemas.microsoft.com/office/drawing/2014/main" id="{E31F0C06-DAB3-48DD-9F18-0B5932A88585}"/>
              </a:ext>
            </a:extLst>
          </p:cNvPr>
          <p:cNvSpPr>
            <a:spLocks noGrp="1"/>
          </p:cNvSpPr>
          <p:nvPr/>
        </p:nvSpPr>
        <p:spPr>
          <a:xfrm>
            <a:off x="539750" y="1733550"/>
            <a:ext cx="9423400" cy="0"/>
          </a:xfrm>
          <a:prstGeom prst="line">
            <a:avLst/>
          </a:prstGeom>
          <a:noFill/>
          <a:ln w="38100">
            <a:solidFill>
              <a:srgbClr val="008C8C"/>
            </a:solidFill>
            <a:prstDash val="solid"/>
          </a:ln>
        </p:spPr>
        <p:txBody>
          <a:bodyPr/>
          <a:lstStyle/>
          <a:p>
            <a:endParaRPr lang="ko-KR" altLang="en-US"/>
          </a:p>
        </p:txBody>
      </p:sp>
      <p:sp>
        <p:nvSpPr>
          <p:cNvPr id="12" name="직사각형 11">
            <a:extLst>
              <a:ext uri="{FF2B5EF4-FFF2-40B4-BE49-F238E27FC236}">
                <a16:creationId xmlns:a16="http://schemas.microsoft.com/office/drawing/2014/main" id="{FDE85C37-653D-42EC-859B-D328D1D7B08E}"/>
              </a:ext>
            </a:extLst>
          </p:cNvPr>
          <p:cNvSpPr>
            <a:spLocks noGrp="1"/>
          </p:cNvSpPr>
          <p:nvPr/>
        </p:nvSpPr>
        <p:spPr>
          <a:xfrm>
            <a:off x="558799" y="2000250"/>
            <a:ext cx="678485" cy="28575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1</a:t>
            </a:r>
          </a:p>
        </p:txBody>
      </p:sp>
      <p:sp>
        <p:nvSpPr>
          <p:cNvPr id="13" name="직사각형 12">
            <a:extLst>
              <a:ext uri="{FF2B5EF4-FFF2-40B4-BE49-F238E27FC236}">
                <a16:creationId xmlns:a16="http://schemas.microsoft.com/office/drawing/2014/main" id="{32296BDC-9207-49A5-BA23-3E97C6FF9978}"/>
              </a:ext>
            </a:extLst>
          </p:cNvPr>
          <p:cNvSpPr>
            <a:spLocks noGrp="1"/>
          </p:cNvSpPr>
          <p:nvPr/>
        </p:nvSpPr>
        <p:spPr>
          <a:xfrm>
            <a:off x="1054100" y="2000250"/>
            <a:ext cx="4146296" cy="285750"/>
          </a:xfrm>
          <a:prstGeom prst="rect">
            <a:avLst/>
          </a:prstGeom>
          <a:noFill/>
          <a:ln w="0">
            <a:noFill/>
            <a:prstDash val="solid"/>
          </a:ln>
        </p:spPr>
        <p:txBody>
          <a:bodyPr wrap="square" lIns="0" tIns="0" rIns="0" bIns="0" anchor="t">
            <a:normAutofit/>
          </a:bodyPr>
          <a:lstStyle>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a:pPr algn="l">
              <a:buNone/>
              <a:defRPr sz="1500" b="1">
                <a:solidFill>
                  <a:srgbClr val="FFFFFF"/>
                </a:solidFill>
                <a:latin typeface="Arial"/>
                <a:ea typeface="Arial"/>
                <a:cs typeface="Arial"/>
              </a:defRPr>
            </a:pPr>
            <a:r>
              <a:rPr sz="1500" b="1">
                <a:solidFill>
                  <a:srgbClr val="FFFFFF"/>
                </a:solidFill>
                <a:latin typeface="Arial"/>
                <a:ea typeface="Arial"/>
                <a:cs typeface="Arial"/>
              </a:rPr>
              <a:t>Production foundation</a:t>
            </a:r>
          </a:p>
        </p:txBody>
      </p:sp>
      <p:sp>
        <p:nvSpPr>
          <p:cNvPr id="14" name="직사각형 13">
            <a:extLst>
              <a:ext uri="{FF2B5EF4-FFF2-40B4-BE49-F238E27FC236}">
                <a16:creationId xmlns:a16="http://schemas.microsoft.com/office/drawing/2014/main" id="{1746BA69-8E36-46FB-B68B-A606FB1EF9A0}"/>
              </a:ext>
            </a:extLst>
          </p:cNvPr>
          <p:cNvSpPr>
            <a:spLocks noGrp="1"/>
          </p:cNvSpPr>
          <p:nvPr/>
        </p:nvSpPr>
        <p:spPr>
          <a:xfrm>
            <a:off x="4032250" y="2000250"/>
            <a:ext cx="4334764" cy="552450"/>
          </a:xfrm>
          <a:prstGeom prst="rect">
            <a:avLst/>
          </a:prstGeom>
          <a:noFill/>
          <a:ln w="0">
            <a:noFill/>
            <a:prstDash val="solid"/>
          </a:ln>
        </p:spPr>
        <p:txBody>
          <a:bodyPr wrap="square" lIns="0" tIns="0" rIns="0" bIns="0" anchor="t">
            <a:normAutofit fontScale="99609"/>
          </a:bodyPr>
          <a:lstStyle>
            <a:defPPr algn="l">
              <a:defRPr sz="1275" b="0">
                <a:solidFill>
                  <a:srgbClr val="C8D8E8"/>
                </a:solidFill>
                <a:latin typeface="Arial"/>
                <a:ea typeface="Arial"/>
                <a:cs typeface="Arial"/>
              </a:defRPr>
            </a:defPPr>
            <a:lvl1pPr algn="l">
              <a:buNone/>
              <a:defRPr sz="1275" b="0">
                <a:solidFill>
                  <a:srgbClr val="C8D8E8"/>
                </a:solidFill>
                <a:latin typeface="Arial"/>
                <a:ea typeface="Arial"/>
                <a:cs typeface="Arial"/>
              </a:defRPr>
            </a:lvl1pPr>
            <a:lvl2pPr algn="l">
              <a:buNone/>
              <a:defRPr sz="1275" b="0">
                <a:solidFill>
                  <a:srgbClr val="C8D8E8"/>
                </a:solidFill>
                <a:latin typeface="Arial"/>
                <a:ea typeface="Arial"/>
                <a:cs typeface="Arial"/>
              </a:defRPr>
            </a:lvl2pPr>
            <a:lvl3pPr algn="l">
              <a:buNone/>
              <a:defRPr sz="1275" b="0">
                <a:solidFill>
                  <a:srgbClr val="C8D8E8"/>
                </a:solidFill>
                <a:latin typeface="Arial"/>
                <a:ea typeface="Arial"/>
                <a:cs typeface="Arial"/>
              </a:defRPr>
            </a:lvl3pPr>
            <a:lvl4pPr algn="l">
              <a:buNone/>
              <a:defRPr sz="1275" b="0">
                <a:solidFill>
                  <a:srgbClr val="C8D8E8"/>
                </a:solidFill>
                <a:latin typeface="Arial"/>
                <a:ea typeface="Arial"/>
                <a:cs typeface="Arial"/>
              </a:defRPr>
            </a:lvl4pPr>
            <a:lvl5pPr algn="l">
              <a:buNone/>
              <a:defRPr sz="1275" b="0">
                <a:solidFill>
                  <a:srgbClr val="C8D8E8"/>
                </a:solidFill>
                <a:latin typeface="Arial"/>
                <a:ea typeface="Arial"/>
                <a:cs typeface="Arial"/>
              </a:defRPr>
            </a:lvl5pPr>
            <a:lvl6pPr algn="l">
              <a:buNone/>
              <a:defRPr sz="1275" b="0">
                <a:solidFill>
                  <a:srgbClr val="C8D8E8"/>
                </a:solidFill>
                <a:latin typeface="Arial"/>
                <a:ea typeface="Arial"/>
                <a:cs typeface="Arial"/>
              </a:defRPr>
            </a:lvl6pPr>
            <a:lvl7pPr algn="l">
              <a:buNone/>
              <a:defRPr sz="1275" b="0">
                <a:solidFill>
                  <a:srgbClr val="C8D8E8"/>
                </a:solidFill>
                <a:latin typeface="Arial"/>
                <a:ea typeface="Arial"/>
                <a:cs typeface="Arial"/>
              </a:defRPr>
            </a:lvl7pPr>
            <a:lvl8pPr algn="l">
              <a:buNone/>
              <a:defRPr sz="1275" b="0">
                <a:solidFill>
                  <a:srgbClr val="C8D8E8"/>
                </a:solidFill>
                <a:latin typeface="Arial"/>
                <a:ea typeface="Arial"/>
                <a:cs typeface="Arial"/>
              </a:defRPr>
            </a:lvl8pPr>
            <a:lvl9pPr algn="l">
              <a:buNone/>
              <a:defRPr sz="1275" b="0">
                <a:solidFill>
                  <a:srgbClr val="C8D8E8"/>
                </a:solidFill>
                <a:latin typeface="Arial"/>
                <a:ea typeface="Arial"/>
                <a:cs typeface="Arial"/>
              </a:defRPr>
            </a:lvl9pPr>
          </a:lstStyle>
          <a:p>
            <a:pPr algn="l">
              <a:lnSpc>
                <a:spcPct val="108000"/>
              </a:lnSpc>
              <a:buNone/>
              <a:defRPr sz="1275" b="0">
                <a:solidFill>
                  <a:srgbClr val="C8D8E8"/>
                </a:solidFill>
                <a:latin typeface="Arial"/>
                <a:ea typeface="Arial"/>
                <a:cs typeface="Arial"/>
              </a:defRPr>
            </a:pPr>
            <a:r>
              <a:rPr sz="1275" b="0" dirty="0">
                <a:solidFill>
                  <a:srgbClr val="C8D8E8"/>
                </a:solidFill>
                <a:latin typeface="Arial"/>
                <a:ea typeface="Arial"/>
                <a:cs typeface="Arial"/>
              </a:rPr>
              <a:t>Persistent encrypted sessions, PostgreSQL, stable build</a:t>
            </a:r>
          </a:p>
        </p:txBody>
      </p:sp>
      <p:sp>
        <p:nvSpPr>
          <p:cNvPr id="15" name="직사각형 14">
            <a:extLst>
              <a:ext uri="{FF2B5EF4-FFF2-40B4-BE49-F238E27FC236}">
                <a16:creationId xmlns:a16="http://schemas.microsoft.com/office/drawing/2014/main" id="{FA0C91E0-CF93-4487-B071-418516EFD5A1}"/>
              </a:ext>
            </a:extLst>
          </p:cNvPr>
          <p:cNvSpPr>
            <a:spLocks noGrp="1"/>
          </p:cNvSpPr>
          <p:nvPr/>
        </p:nvSpPr>
        <p:spPr>
          <a:xfrm>
            <a:off x="558799" y="2838450"/>
            <a:ext cx="678485" cy="28575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2</a:t>
            </a:r>
          </a:p>
        </p:txBody>
      </p:sp>
      <p:sp>
        <p:nvSpPr>
          <p:cNvPr id="16" name="직사각형 15">
            <a:extLst>
              <a:ext uri="{FF2B5EF4-FFF2-40B4-BE49-F238E27FC236}">
                <a16:creationId xmlns:a16="http://schemas.microsoft.com/office/drawing/2014/main" id="{96DBE9FC-4617-4121-8134-A922E74B23F5}"/>
              </a:ext>
            </a:extLst>
          </p:cNvPr>
          <p:cNvSpPr>
            <a:spLocks noGrp="1"/>
          </p:cNvSpPr>
          <p:nvPr/>
        </p:nvSpPr>
        <p:spPr>
          <a:xfrm>
            <a:off x="1054100" y="2838450"/>
            <a:ext cx="4146296" cy="285750"/>
          </a:xfrm>
          <a:prstGeom prst="rect">
            <a:avLst/>
          </a:prstGeom>
          <a:noFill/>
          <a:ln w="0">
            <a:noFill/>
            <a:prstDash val="solid"/>
          </a:ln>
        </p:spPr>
        <p:txBody>
          <a:bodyPr wrap="square" lIns="0" tIns="0" rIns="0" bIns="0" anchor="t">
            <a:normAutofit/>
          </a:bodyPr>
          <a:lstStyle>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a:pPr algn="l">
              <a:buNone/>
              <a:defRPr sz="1500" b="1">
                <a:solidFill>
                  <a:srgbClr val="FFFFFF"/>
                </a:solidFill>
                <a:latin typeface="Arial"/>
                <a:ea typeface="Arial"/>
                <a:cs typeface="Arial"/>
              </a:defRPr>
            </a:pPr>
            <a:r>
              <a:rPr sz="1500" b="1">
                <a:solidFill>
                  <a:srgbClr val="FFFFFF"/>
                </a:solidFill>
                <a:latin typeface="Arial"/>
                <a:ea typeface="Arial"/>
                <a:cs typeface="Arial"/>
              </a:rPr>
              <a:t>AI Draft API</a:t>
            </a:r>
          </a:p>
        </p:txBody>
      </p:sp>
      <p:sp>
        <p:nvSpPr>
          <p:cNvPr id="17" name="직사각형 16">
            <a:extLst>
              <a:ext uri="{FF2B5EF4-FFF2-40B4-BE49-F238E27FC236}">
                <a16:creationId xmlns:a16="http://schemas.microsoft.com/office/drawing/2014/main" id="{48EF4EE5-EFC7-4F70-9BF7-2072F721C04F}"/>
              </a:ext>
            </a:extLst>
          </p:cNvPr>
          <p:cNvSpPr>
            <a:spLocks noGrp="1"/>
          </p:cNvSpPr>
          <p:nvPr/>
        </p:nvSpPr>
        <p:spPr>
          <a:xfrm>
            <a:off x="4032250" y="2838450"/>
            <a:ext cx="4334764" cy="552450"/>
          </a:xfrm>
          <a:prstGeom prst="rect">
            <a:avLst/>
          </a:prstGeom>
          <a:noFill/>
          <a:ln w="0">
            <a:noFill/>
            <a:prstDash val="solid"/>
          </a:ln>
        </p:spPr>
        <p:txBody>
          <a:bodyPr wrap="square" lIns="0" tIns="0" rIns="0" bIns="0" anchor="t">
            <a:normAutofit/>
          </a:bodyPr>
          <a:lstStyle>
            <a:defPPr algn="l">
              <a:defRPr sz="1275" b="0">
                <a:solidFill>
                  <a:srgbClr val="C8D8E8"/>
                </a:solidFill>
                <a:latin typeface="Arial"/>
                <a:ea typeface="Arial"/>
                <a:cs typeface="Arial"/>
              </a:defRPr>
            </a:defPPr>
            <a:lvl1pPr algn="l">
              <a:buNone/>
              <a:defRPr sz="1275" b="0">
                <a:solidFill>
                  <a:srgbClr val="C8D8E8"/>
                </a:solidFill>
                <a:latin typeface="Arial"/>
                <a:ea typeface="Arial"/>
                <a:cs typeface="Arial"/>
              </a:defRPr>
            </a:lvl1pPr>
            <a:lvl2pPr algn="l">
              <a:buNone/>
              <a:defRPr sz="1275" b="0">
                <a:solidFill>
                  <a:srgbClr val="C8D8E8"/>
                </a:solidFill>
                <a:latin typeface="Arial"/>
                <a:ea typeface="Arial"/>
                <a:cs typeface="Arial"/>
              </a:defRPr>
            </a:lvl2pPr>
            <a:lvl3pPr algn="l">
              <a:buNone/>
              <a:defRPr sz="1275" b="0">
                <a:solidFill>
                  <a:srgbClr val="C8D8E8"/>
                </a:solidFill>
                <a:latin typeface="Arial"/>
                <a:ea typeface="Arial"/>
                <a:cs typeface="Arial"/>
              </a:defRPr>
            </a:lvl3pPr>
            <a:lvl4pPr algn="l">
              <a:buNone/>
              <a:defRPr sz="1275" b="0">
                <a:solidFill>
                  <a:srgbClr val="C8D8E8"/>
                </a:solidFill>
                <a:latin typeface="Arial"/>
                <a:ea typeface="Arial"/>
                <a:cs typeface="Arial"/>
              </a:defRPr>
            </a:lvl4pPr>
            <a:lvl5pPr algn="l">
              <a:buNone/>
              <a:defRPr sz="1275" b="0">
                <a:solidFill>
                  <a:srgbClr val="C8D8E8"/>
                </a:solidFill>
                <a:latin typeface="Arial"/>
                <a:ea typeface="Arial"/>
                <a:cs typeface="Arial"/>
              </a:defRPr>
            </a:lvl5pPr>
            <a:lvl6pPr algn="l">
              <a:buNone/>
              <a:defRPr sz="1275" b="0">
                <a:solidFill>
                  <a:srgbClr val="C8D8E8"/>
                </a:solidFill>
                <a:latin typeface="Arial"/>
                <a:ea typeface="Arial"/>
                <a:cs typeface="Arial"/>
              </a:defRPr>
            </a:lvl6pPr>
            <a:lvl7pPr algn="l">
              <a:buNone/>
              <a:defRPr sz="1275" b="0">
                <a:solidFill>
                  <a:srgbClr val="C8D8E8"/>
                </a:solidFill>
                <a:latin typeface="Arial"/>
                <a:ea typeface="Arial"/>
                <a:cs typeface="Arial"/>
              </a:defRPr>
            </a:lvl7pPr>
            <a:lvl8pPr algn="l">
              <a:buNone/>
              <a:defRPr sz="1275" b="0">
                <a:solidFill>
                  <a:srgbClr val="C8D8E8"/>
                </a:solidFill>
                <a:latin typeface="Arial"/>
                <a:ea typeface="Arial"/>
                <a:cs typeface="Arial"/>
              </a:defRPr>
            </a:lvl8pPr>
            <a:lvl9pPr algn="l">
              <a:buNone/>
              <a:defRPr sz="1275" b="0">
                <a:solidFill>
                  <a:srgbClr val="C8D8E8"/>
                </a:solidFill>
                <a:latin typeface="Arial"/>
                <a:ea typeface="Arial"/>
                <a:cs typeface="Arial"/>
              </a:defRPr>
            </a:lvl9pPr>
          </a:lstStyle>
          <a:p>
            <a:pPr algn="l">
              <a:lnSpc>
                <a:spcPct val="108000"/>
              </a:lnSpc>
              <a:buNone/>
              <a:defRPr sz="1275" b="0">
                <a:solidFill>
                  <a:srgbClr val="C8D8E8"/>
                </a:solidFill>
                <a:latin typeface="Arial"/>
                <a:ea typeface="Arial"/>
                <a:cs typeface="Arial"/>
              </a:defRPr>
            </a:pPr>
            <a:r>
              <a:rPr sz="1275" b="0">
                <a:solidFill>
                  <a:srgbClr val="C8D8E8"/>
                </a:solidFill>
                <a:latin typeface="Arial"/>
                <a:ea typeface="Arial"/>
                <a:cs typeface="Arial"/>
              </a:rPr>
              <a:t>Editable suggestion, evaluation, approval boundary</a:t>
            </a:r>
          </a:p>
        </p:txBody>
      </p:sp>
      <p:sp>
        <p:nvSpPr>
          <p:cNvPr id="18" name="직사각형 17">
            <a:extLst>
              <a:ext uri="{FF2B5EF4-FFF2-40B4-BE49-F238E27FC236}">
                <a16:creationId xmlns:a16="http://schemas.microsoft.com/office/drawing/2014/main" id="{C65AB3E1-A733-4E3F-9EEC-C567C7443D9C}"/>
              </a:ext>
            </a:extLst>
          </p:cNvPr>
          <p:cNvSpPr>
            <a:spLocks noGrp="1"/>
          </p:cNvSpPr>
          <p:nvPr/>
        </p:nvSpPr>
        <p:spPr>
          <a:xfrm>
            <a:off x="558799" y="3676650"/>
            <a:ext cx="678485" cy="28575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3</a:t>
            </a:r>
          </a:p>
        </p:txBody>
      </p:sp>
      <p:sp>
        <p:nvSpPr>
          <p:cNvPr id="19" name="직사각형 18">
            <a:extLst>
              <a:ext uri="{FF2B5EF4-FFF2-40B4-BE49-F238E27FC236}">
                <a16:creationId xmlns:a16="http://schemas.microsoft.com/office/drawing/2014/main" id="{B5A0A8DC-5619-47F8-AFFB-FA1F94C71AC7}"/>
              </a:ext>
            </a:extLst>
          </p:cNvPr>
          <p:cNvSpPr>
            <a:spLocks noGrp="1"/>
          </p:cNvSpPr>
          <p:nvPr/>
        </p:nvSpPr>
        <p:spPr>
          <a:xfrm>
            <a:off x="1054100" y="3676650"/>
            <a:ext cx="4146296" cy="285750"/>
          </a:xfrm>
          <a:prstGeom prst="rect">
            <a:avLst/>
          </a:prstGeom>
          <a:noFill/>
          <a:ln w="0">
            <a:noFill/>
            <a:prstDash val="solid"/>
          </a:ln>
        </p:spPr>
        <p:txBody>
          <a:bodyPr wrap="square" lIns="0" tIns="0" rIns="0" bIns="0" anchor="t">
            <a:normAutofit/>
          </a:bodyPr>
          <a:lstStyle>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a:pPr algn="l">
              <a:buNone/>
              <a:defRPr sz="1500" b="1">
                <a:solidFill>
                  <a:srgbClr val="FFFFFF"/>
                </a:solidFill>
                <a:latin typeface="Arial"/>
                <a:ea typeface="Arial"/>
                <a:cs typeface="Arial"/>
              </a:defRPr>
            </a:pPr>
            <a:r>
              <a:rPr sz="1500" b="1">
                <a:solidFill>
                  <a:srgbClr val="FFFFFF"/>
                </a:solidFill>
                <a:latin typeface="Arial"/>
                <a:ea typeface="Arial"/>
                <a:cs typeface="Arial"/>
              </a:rPr>
              <a:t>Calendar API</a:t>
            </a:r>
          </a:p>
        </p:txBody>
      </p:sp>
      <p:sp>
        <p:nvSpPr>
          <p:cNvPr id="20" name="직사각형 19">
            <a:extLst>
              <a:ext uri="{FF2B5EF4-FFF2-40B4-BE49-F238E27FC236}">
                <a16:creationId xmlns:a16="http://schemas.microsoft.com/office/drawing/2014/main" id="{9B991754-4389-4360-AA3D-FA7C823246D9}"/>
              </a:ext>
            </a:extLst>
          </p:cNvPr>
          <p:cNvSpPr>
            <a:spLocks noGrp="1"/>
          </p:cNvSpPr>
          <p:nvPr/>
        </p:nvSpPr>
        <p:spPr>
          <a:xfrm>
            <a:off x="4032250" y="3676650"/>
            <a:ext cx="4334764" cy="552450"/>
          </a:xfrm>
          <a:prstGeom prst="rect">
            <a:avLst/>
          </a:prstGeom>
          <a:noFill/>
          <a:ln w="0">
            <a:noFill/>
            <a:prstDash val="solid"/>
          </a:ln>
        </p:spPr>
        <p:txBody>
          <a:bodyPr wrap="square" lIns="0" tIns="0" rIns="0" bIns="0" anchor="t">
            <a:normAutofit/>
          </a:bodyPr>
          <a:lstStyle>
            <a:defPPr algn="l">
              <a:defRPr sz="1275" b="0">
                <a:solidFill>
                  <a:srgbClr val="C8D8E8"/>
                </a:solidFill>
                <a:latin typeface="Arial"/>
                <a:ea typeface="Arial"/>
                <a:cs typeface="Arial"/>
              </a:defRPr>
            </a:defPPr>
            <a:lvl1pPr algn="l">
              <a:buNone/>
              <a:defRPr sz="1275" b="0">
                <a:solidFill>
                  <a:srgbClr val="C8D8E8"/>
                </a:solidFill>
                <a:latin typeface="Arial"/>
                <a:ea typeface="Arial"/>
                <a:cs typeface="Arial"/>
              </a:defRPr>
            </a:lvl1pPr>
            <a:lvl2pPr algn="l">
              <a:buNone/>
              <a:defRPr sz="1275" b="0">
                <a:solidFill>
                  <a:srgbClr val="C8D8E8"/>
                </a:solidFill>
                <a:latin typeface="Arial"/>
                <a:ea typeface="Arial"/>
                <a:cs typeface="Arial"/>
              </a:defRPr>
            </a:lvl2pPr>
            <a:lvl3pPr algn="l">
              <a:buNone/>
              <a:defRPr sz="1275" b="0">
                <a:solidFill>
                  <a:srgbClr val="C8D8E8"/>
                </a:solidFill>
                <a:latin typeface="Arial"/>
                <a:ea typeface="Arial"/>
                <a:cs typeface="Arial"/>
              </a:defRPr>
            </a:lvl3pPr>
            <a:lvl4pPr algn="l">
              <a:buNone/>
              <a:defRPr sz="1275" b="0">
                <a:solidFill>
                  <a:srgbClr val="C8D8E8"/>
                </a:solidFill>
                <a:latin typeface="Arial"/>
                <a:ea typeface="Arial"/>
                <a:cs typeface="Arial"/>
              </a:defRPr>
            </a:lvl4pPr>
            <a:lvl5pPr algn="l">
              <a:buNone/>
              <a:defRPr sz="1275" b="0">
                <a:solidFill>
                  <a:srgbClr val="C8D8E8"/>
                </a:solidFill>
                <a:latin typeface="Arial"/>
                <a:ea typeface="Arial"/>
                <a:cs typeface="Arial"/>
              </a:defRPr>
            </a:lvl5pPr>
            <a:lvl6pPr algn="l">
              <a:buNone/>
              <a:defRPr sz="1275" b="0">
                <a:solidFill>
                  <a:srgbClr val="C8D8E8"/>
                </a:solidFill>
                <a:latin typeface="Arial"/>
                <a:ea typeface="Arial"/>
                <a:cs typeface="Arial"/>
              </a:defRPr>
            </a:lvl6pPr>
            <a:lvl7pPr algn="l">
              <a:buNone/>
              <a:defRPr sz="1275" b="0">
                <a:solidFill>
                  <a:srgbClr val="C8D8E8"/>
                </a:solidFill>
                <a:latin typeface="Arial"/>
                <a:ea typeface="Arial"/>
                <a:cs typeface="Arial"/>
              </a:defRPr>
            </a:lvl7pPr>
            <a:lvl8pPr algn="l">
              <a:buNone/>
              <a:defRPr sz="1275" b="0">
                <a:solidFill>
                  <a:srgbClr val="C8D8E8"/>
                </a:solidFill>
                <a:latin typeface="Arial"/>
                <a:ea typeface="Arial"/>
                <a:cs typeface="Arial"/>
              </a:defRPr>
            </a:lvl8pPr>
            <a:lvl9pPr algn="l">
              <a:buNone/>
              <a:defRPr sz="1275" b="0">
                <a:solidFill>
                  <a:srgbClr val="C8D8E8"/>
                </a:solidFill>
                <a:latin typeface="Arial"/>
                <a:ea typeface="Arial"/>
                <a:cs typeface="Arial"/>
              </a:defRPr>
            </a:lvl9pPr>
          </a:lstStyle>
          <a:p>
            <a:pPr algn="l">
              <a:lnSpc>
                <a:spcPct val="108000"/>
              </a:lnSpc>
              <a:buNone/>
              <a:defRPr sz="1275" b="0">
                <a:solidFill>
                  <a:srgbClr val="C8D8E8"/>
                </a:solidFill>
                <a:latin typeface="Arial"/>
                <a:ea typeface="Arial"/>
                <a:cs typeface="Arial"/>
              </a:defRPr>
            </a:pPr>
            <a:r>
              <a:rPr sz="1275" b="0">
                <a:solidFill>
                  <a:srgbClr val="C8D8E8"/>
                </a:solidFill>
                <a:latin typeface="Arial"/>
                <a:ea typeface="Arial"/>
                <a:cs typeface="Arial"/>
              </a:rPr>
              <a:t>Extraction preview, approval, Calendar write</a:t>
            </a:r>
          </a:p>
        </p:txBody>
      </p:sp>
      <p:sp>
        <p:nvSpPr>
          <p:cNvPr id="21" name="직사각형 20">
            <a:extLst>
              <a:ext uri="{FF2B5EF4-FFF2-40B4-BE49-F238E27FC236}">
                <a16:creationId xmlns:a16="http://schemas.microsoft.com/office/drawing/2014/main" id="{B0D2F4EB-1F1B-4323-93B9-D0E1B003F3CD}"/>
              </a:ext>
            </a:extLst>
          </p:cNvPr>
          <p:cNvSpPr>
            <a:spLocks noGrp="1"/>
          </p:cNvSpPr>
          <p:nvPr/>
        </p:nvSpPr>
        <p:spPr>
          <a:xfrm>
            <a:off x="558799" y="4514850"/>
            <a:ext cx="678485" cy="28575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4</a:t>
            </a:r>
          </a:p>
        </p:txBody>
      </p:sp>
      <p:sp>
        <p:nvSpPr>
          <p:cNvPr id="22" name="직사각형 21">
            <a:extLst>
              <a:ext uri="{FF2B5EF4-FFF2-40B4-BE49-F238E27FC236}">
                <a16:creationId xmlns:a16="http://schemas.microsoft.com/office/drawing/2014/main" id="{62464866-8327-4BEF-B744-DB76F1109A8A}"/>
              </a:ext>
            </a:extLst>
          </p:cNvPr>
          <p:cNvSpPr>
            <a:spLocks noGrp="1"/>
          </p:cNvSpPr>
          <p:nvPr/>
        </p:nvSpPr>
        <p:spPr>
          <a:xfrm>
            <a:off x="1054100" y="4514850"/>
            <a:ext cx="4146296" cy="285750"/>
          </a:xfrm>
          <a:prstGeom prst="rect">
            <a:avLst/>
          </a:prstGeom>
          <a:noFill/>
          <a:ln w="0">
            <a:noFill/>
            <a:prstDash val="solid"/>
          </a:ln>
        </p:spPr>
        <p:txBody>
          <a:bodyPr wrap="square" lIns="0" tIns="0" rIns="0" bIns="0" anchor="t">
            <a:normAutofit/>
          </a:bodyPr>
          <a:lstStyle>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a:pPr algn="l">
              <a:buNone/>
              <a:defRPr sz="1500" b="1">
                <a:solidFill>
                  <a:srgbClr val="FFFFFF"/>
                </a:solidFill>
                <a:latin typeface="Arial"/>
                <a:ea typeface="Arial"/>
                <a:cs typeface="Arial"/>
              </a:defRPr>
            </a:pPr>
            <a:r>
              <a:rPr sz="1500" b="1">
                <a:solidFill>
                  <a:srgbClr val="FFFFFF"/>
                </a:solidFill>
                <a:latin typeface="Arial"/>
                <a:ea typeface="Arial"/>
                <a:cs typeface="Arial"/>
              </a:rPr>
              <a:t>Hardening</a:t>
            </a:r>
          </a:p>
        </p:txBody>
      </p:sp>
      <p:sp>
        <p:nvSpPr>
          <p:cNvPr id="23" name="직사각형 22">
            <a:extLst>
              <a:ext uri="{FF2B5EF4-FFF2-40B4-BE49-F238E27FC236}">
                <a16:creationId xmlns:a16="http://schemas.microsoft.com/office/drawing/2014/main" id="{8074257D-4398-4542-AF2A-1F73D7BC25A6}"/>
              </a:ext>
            </a:extLst>
          </p:cNvPr>
          <p:cNvSpPr>
            <a:spLocks noGrp="1"/>
          </p:cNvSpPr>
          <p:nvPr/>
        </p:nvSpPr>
        <p:spPr>
          <a:xfrm>
            <a:off x="4032250" y="4514850"/>
            <a:ext cx="4334764" cy="552450"/>
          </a:xfrm>
          <a:prstGeom prst="rect">
            <a:avLst/>
          </a:prstGeom>
          <a:noFill/>
          <a:ln w="0">
            <a:noFill/>
            <a:prstDash val="solid"/>
          </a:ln>
        </p:spPr>
        <p:txBody>
          <a:bodyPr wrap="square" lIns="0" tIns="0" rIns="0" bIns="0" anchor="t">
            <a:normAutofit/>
          </a:bodyPr>
          <a:lstStyle>
            <a:defPPr algn="l">
              <a:defRPr sz="1275" b="0">
                <a:solidFill>
                  <a:srgbClr val="C8D8E8"/>
                </a:solidFill>
                <a:latin typeface="Arial"/>
                <a:ea typeface="Arial"/>
                <a:cs typeface="Arial"/>
              </a:defRPr>
            </a:defPPr>
            <a:lvl1pPr algn="l">
              <a:buNone/>
              <a:defRPr sz="1275" b="0">
                <a:solidFill>
                  <a:srgbClr val="C8D8E8"/>
                </a:solidFill>
                <a:latin typeface="Arial"/>
                <a:ea typeface="Arial"/>
                <a:cs typeface="Arial"/>
              </a:defRPr>
            </a:lvl1pPr>
            <a:lvl2pPr algn="l">
              <a:buNone/>
              <a:defRPr sz="1275" b="0">
                <a:solidFill>
                  <a:srgbClr val="C8D8E8"/>
                </a:solidFill>
                <a:latin typeface="Arial"/>
                <a:ea typeface="Arial"/>
                <a:cs typeface="Arial"/>
              </a:defRPr>
            </a:lvl2pPr>
            <a:lvl3pPr algn="l">
              <a:buNone/>
              <a:defRPr sz="1275" b="0">
                <a:solidFill>
                  <a:srgbClr val="C8D8E8"/>
                </a:solidFill>
                <a:latin typeface="Arial"/>
                <a:ea typeface="Arial"/>
                <a:cs typeface="Arial"/>
              </a:defRPr>
            </a:lvl3pPr>
            <a:lvl4pPr algn="l">
              <a:buNone/>
              <a:defRPr sz="1275" b="0">
                <a:solidFill>
                  <a:srgbClr val="C8D8E8"/>
                </a:solidFill>
                <a:latin typeface="Arial"/>
                <a:ea typeface="Arial"/>
                <a:cs typeface="Arial"/>
              </a:defRPr>
            </a:lvl4pPr>
            <a:lvl5pPr algn="l">
              <a:buNone/>
              <a:defRPr sz="1275" b="0">
                <a:solidFill>
                  <a:srgbClr val="C8D8E8"/>
                </a:solidFill>
                <a:latin typeface="Arial"/>
                <a:ea typeface="Arial"/>
                <a:cs typeface="Arial"/>
              </a:defRPr>
            </a:lvl5pPr>
            <a:lvl6pPr algn="l">
              <a:buNone/>
              <a:defRPr sz="1275" b="0">
                <a:solidFill>
                  <a:srgbClr val="C8D8E8"/>
                </a:solidFill>
                <a:latin typeface="Arial"/>
                <a:ea typeface="Arial"/>
                <a:cs typeface="Arial"/>
              </a:defRPr>
            </a:lvl6pPr>
            <a:lvl7pPr algn="l">
              <a:buNone/>
              <a:defRPr sz="1275" b="0">
                <a:solidFill>
                  <a:srgbClr val="C8D8E8"/>
                </a:solidFill>
                <a:latin typeface="Arial"/>
                <a:ea typeface="Arial"/>
                <a:cs typeface="Arial"/>
              </a:defRPr>
            </a:lvl7pPr>
            <a:lvl8pPr algn="l">
              <a:buNone/>
              <a:defRPr sz="1275" b="0">
                <a:solidFill>
                  <a:srgbClr val="C8D8E8"/>
                </a:solidFill>
                <a:latin typeface="Arial"/>
                <a:ea typeface="Arial"/>
                <a:cs typeface="Arial"/>
              </a:defRPr>
            </a:lvl8pPr>
            <a:lvl9pPr algn="l">
              <a:buNone/>
              <a:defRPr sz="1275" b="0">
                <a:solidFill>
                  <a:srgbClr val="C8D8E8"/>
                </a:solidFill>
                <a:latin typeface="Arial"/>
                <a:ea typeface="Arial"/>
                <a:cs typeface="Arial"/>
              </a:defRPr>
            </a:lvl9pPr>
          </a:lstStyle>
          <a:p>
            <a:pPr algn="l">
              <a:lnSpc>
                <a:spcPct val="108000"/>
              </a:lnSpc>
              <a:buNone/>
              <a:defRPr sz="1275" b="0">
                <a:solidFill>
                  <a:srgbClr val="C8D8E8"/>
                </a:solidFill>
                <a:latin typeface="Arial"/>
                <a:ea typeface="Arial"/>
                <a:cs typeface="Arial"/>
              </a:defRPr>
            </a:pPr>
            <a:r>
              <a:rPr sz="1275" b="0">
                <a:solidFill>
                  <a:srgbClr val="C8D8E8"/>
                </a:solidFill>
                <a:latin typeface="Arial"/>
                <a:ea typeface="Arial"/>
                <a:cs typeface="Arial"/>
              </a:rPr>
              <a:t>End-to-end tests, rate handling, monitoring</a:t>
            </a:r>
          </a:p>
        </p:txBody>
      </p:sp>
      <p:sp>
        <p:nvSpPr>
          <p:cNvPr id="24" name="직선 연결선 23">
            <a:extLst>
              <a:ext uri="{FF2B5EF4-FFF2-40B4-BE49-F238E27FC236}">
                <a16:creationId xmlns:a16="http://schemas.microsoft.com/office/drawing/2014/main" id="{FCC60622-E738-420E-BCF5-ADA2AD38215F}"/>
              </a:ext>
            </a:extLst>
          </p:cNvPr>
          <p:cNvSpPr>
            <a:spLocks noGrp="1"/>
          </p:cNvSpPr>
          <p:nvPr/>
        </p:nvSpPr>
        <p:spPr>
          <a:xfrm>
            <a:off x="628650" y="5638800"/>
            <a:ext cx="10572750" cy="0"/>
          </a:xfrm>
          <a:prstGeom prst="line">
            <a:avLst/>
          </a:prstGeom>
          <a:noFill/>
          <a:ln w="14288">
            <a:solidFill>
              <a:srgbClr val="486581"/>
            </a:solidFill>
            <a:prstDash val="solid"/>
          </a:ln>
        </p:spPr>
        <p:txBody>
          <a:bodyPr/>
          <a:lstStyle/>
          <a:p>
            <a:endParaRPr lang="ko-KR" altLang="en-US"/>
          </a:p>
        </p:txBody>
      </p:sp>
      <p:sp>
        <p:nvSpPr>
          <p:cNvPr id="25" name="직사각형 24">
            <a:extLst>
              <a:ext uri="{FF2B5EF4-FFF2-40B4-BE49-F238E27FC236}">
                <a16:creationId xmlns:a16="http://schemas.microsoft.com/office/drawing/2014/main" id="{2BEF51AF-05F7-4593-A091-BFE973548B25}"/>
              </a:ext>
            </a:extLst>
          </p:cNvPr>
          <p:cNvSpPr>
            <a:spLocks noGrp="1"/>
          </p:cNvSpPr>
          <p:nvPr/>
        </p:nvSpPr>
        <p:spPr>
          <a:xfrm>
            <a:off x="628650" y="5905500"/>
            <a:ext cx="2190750" cy="266700"/>
          </a:xfrm>
          <a:prstGeom prst="rect">
            <a:avLst/>
          </a:prstGeom>
          <a:noFill/>
          <a:ln w="0">
            <a:noFill/>
            <a:prstDash val="solid"/>
          </a:ln>
        </p:spPr>
        <p:txBody>
          <a:bodyPr wrap="square" lIns="0" tIns="0" rIns="0" bIns="0" anchor="t">
            <a:normAutofit/>
          </a:bodyPr>
          <a:lstStyle>
            <a:defPPr algn="l">
              <a:defRPr sz="1425" b="1">
                <a:solidFill>
                  <a:srgbClr val="DFF4F2"/>
                </a:solidFill>
                <a:latin typeface="Arial"/>
                <a:ea typeface="Arial"/>
                <a:cs typeface="Arial"/>
              </a:defRPr>
            </a:defPPr>
            <a:lvl1pPr algn="l">
              <a:buNone/>
              <a:defRPr sz="1425" b="1">
                <a:solidFill>
                  <a:srgbClr val="DFF4F2"/>
                </a:solidFill>
                <a:latin typeface="Arial"/>
                <a:ea typeface="Arial"/>
                <a:cs typeface="Arial"/>
              </a:defRPr>
            </a:lvl1pPr>
            <a:lvl2pPr algn="l">
              <a:buNone/>
              <a:defRPr sz="1425" b="1">
                <a:solidFill>
                  <a:srgbClr val="DFF4F2"/>
                </a:solidFill>
                <a:latin typeface="Arial"/>
                <a:ea typeface="Arial"/>
                <a:cs typeface="Arial"/>
              </a:defRPr>
            </a:lvl2pPr>
            <a:lvl3pPr algn="l">
              <a:buNone/>
              <a:defRPr sz="1425" b="1">
                <a:solidFill>
                  <a:srgbClr val="DFF4F2"/>
                </a:solidFill>
                <a:latin typeface="Arial"/>
                <a:ea typeface="Arial"/>
                <a:cs typeface="Arial"/>
              </a:defRPr>
            </a:lvl3pPr>
            <a:lvl4pPr algn="l">
              <a:buNone/>
              <a:defRPr sz="1425" b="1">
                <a:solidFill>
                  <a:srgbClr val="DFF4F2"/>
                </a:solidFill>
                <a:latin typeface="Arial"/>
                <a:ea typeface="Arial"/>
                <a:cs typeface="Arial"/>
              </a:defRPr>
            </a:lvl4pPr>
            <a:lvl5pPr algn="l">
              <a:buNone/>
              <a:defRPr sz="1425" b="1">
                <a:solidFill>
                  <a:srgbClr val="DFF4F2"/>
                </a:solidFill>
                <a:latin typeface="Arial"/>
                <a:ea typeface="Arial"/>
                <a:cs typeface="Arial"/>
              </a:defRPr>
            </a:lvl5pPr>
            <a:lvl6pPr algn="l">
              <a:buNone/>
              <a:defRPr sz="1425" b="1">
                <a:solidFill>
                  <a:srgbClr val="DFF4F2"/>
                </a:solidFill>
                <a:latin typeface="Arial"/>
                <a:ea typeface="Arial"/>
                <a:cs typeface="Arial"/>
              </a:defRPr>
            </a:lvl6pPr>
            <a:lvl7pPr algn="l">
              <a:buNone/>
              <a:defRPr sz="1425" b="1">
                <a:solidFill>
                  <a:srgbClr val="DFF4F2"/>
                </a:solidFill>
                <a:latin typeface="Arial"/>
                <a:ea typeface="Arial"/>
                <a:cs typeface="Arial"/>
              </a:defRPr>
            </a:lvl7pPr>
            <a:lvl8pPr algn="l">
              <a:buNone/>
              <a:defRPr sz="1425" b="1">
                <a:solidFill>
                  <a:srgbClr val="DFF4F2"/>
                </a:solidFill>
                <a:latin typeface="Arial"/>
                <a:ea typeface="Arial"/>
                <a:cs typeface="Arial"/>
              </a:defRPr>
            </a:lvl8pPr>
            <a:lvl9pPr algn="l">
              <a:buNone/>
              <a:defRPr sz="1425" b="1">
                <a:solidFill>
                  <a:srgbClr val="DFF4F2"/>
                </a:solidFill>
                <a:latin typeface="Arial"/>
                <a:ea typeface="Arial"/>
                <a:cs typeface="Arial"/>
              </a:defRPr>
            </a:lvl9pPr>
          </a:lstStyle>
          <a:p>
            <a:pPr algn="l">
              <a:buNone/>
              <a:defRPr sz="1425" b="1">
                <a:solidFill>
                  <a:srgbClr val="DFF4F2"/>
                </a:solidFill>
                <a:latin typeface="Arial"/>
                <a:ea typeface="Arial"/>
                <a:cs typeface="Arial"/>
              </a:defRPr>
            </a:pPr>
            <a:r>
              <a:rPr sz="1425" b="1">
                <a:solidFill>
                  <a:srgbClr val="DFF4F2"/>
                </a:solidFill>
                <a:latin typeface="Arial"/>
                <a:ea typeface="Arial"/>
                <a:cs typeface="Arial"/>
              </a:rPr>
              <a:t>Decision after review</a:t>
            </a:r>
          </a:p>
        </p:txBody>
      </p:sp>
      <p:sp>
        <p:nvSpPr>
          <p:cNvPr id="26" name="직사각형 25">
            <a:extLst>
              <a:ext uri="{FF2B5EF4-FFF2-40B4-BE49-F238E27FC236}">
                <a16:creationId xmlns:a16="http://schemas.microsoft.com/office/drawing/2014/main" id="{9B63F8B9-2738-4E7B-80C4-22E3DD5205DE}"/>
              </a:ext>
            </a:extLst>
          </p:cNvPr>
          <p:cNvSpPr>
            <a:spLocks noGrp="1"/>
          </p:cNvSpPr>
          <p:nvPr/>
        </p:nvSpPr>
        <p:spPr>
          <a:xfrm>
            <a:off x="2952750" y="5886450"/>
            <a:ext cx="8001000" cy="323850"/>
          </a:xfrm>
          <a:prstGeom prst="rect">
            <a:avLst/>
          </a:prstGeom>
          <a:noFill/>
          <a:ln w="0">
            <a:noFill/>
            <a:prstDash val="solid"/>
          </a:ln>
        </p:spPr>
        <p:txBody>
          <a:bodyPr wrap="square" lIns="0" tIns="0" rIns="0" bIns="0" anchor="t">
            <a:normAutofit/>
          </a:bodyPr>
          <a:lstStyle>
            <a:defPPr algn="l">
              <a:defRPr sz="1575" b="0">
                <a:solidFill>
                  <a:srgbClr val="FFFFFF"/>
                </a:solidFill>
                <a:latin typeface="Arial"/>
                <a:ea typeface="Arial"/>
                <a:cs typeface="Arial"/>
              </a:defRPr>
            </a:defPPr>
            <a:lvl1pPr algn="l">
              <a:buNone/>
              <a:defRPr sz="1575" b="0">
                <a:solidFill>
                  <a:srgbClr val="FFFFFF"/>
                </a:solidFill>
                <a:latin typeface="Arial"/>
                <a:ea typeface="Arial"/>
                <a:cs typeface="Arial"/>
              </a:defRPr>
            </a:lvl1pPr>
            <a:lvl2pPr algn="l">
              <a:buNone/>
              <a:defRPr sz="1575" b="0">
                <a:solidFill>
                  <a:srgbClr val="FFFFFF"/>
                </a:solidFill>
                <a:latin typeface="Arial"/>
                <a:ea typeface="Arial"/>
                <a:cs typeface="Arial"/>
              </a:defRPr>
            </a:lvl2pPr>
            <a:lvl3pPr algn="l">
              <a:buNone/>
              <a:defRPr sz="1575" b="0">
                <a:solidFill>
                  <a:srgbClr val="FFFFFF"/>
                </a:solidFill>
                <a:latin typeface="Arial"/>
                <a:ea typeface="Arial"/>
                <a:cs typeface="Arial"/>
              </a:defRPr>
            </a:lvl3pPr>
            <a:lvl4pPr algn="l">
              <a:buNone/>
              <a:defRPr sz="1575" b="0">
                <a:solidFill>
                  <a:srgbClr val="FFFFFF"/>
                </a:solidFill>
                <a:latin typeface="Arial"/>
                <a:ea typeface="Arial"/>
                <a:cs typeface="Arial"/>
              </a:defRPr>
            </a:lvl4pPr>
            <a:lvl5pPr algn="l">
              <a:buNone/>
              <a:defRPr sz="1575" b="0">
                <a:solidFill>
                  <a:srgbClr val="FFFFFF"/>
                </a:solidFill>
                <a:latin typeface="Arial"/>
                <a:ea typeface="Arial"/>
                <a:cs typeface="Arial"/>
              </a:defRPr>
            </a:lvl5pPr>
            <a:lvl6pPr algn="l">
              <a:buNone/>
              <a:defRPr sz="1575" b="0">
                <a:solidFill>
                  <a:srgbClr val="FFFFFF"/>
                </a:solidFill>
                <a:latin typeface="Arial"/>
                <a:ea typeface="Arial"/>
                <a:cs typeface="Arial"/>
              </a:defRPr>
            </a:lvl6pPr>
            <a:lvl7pPr algn="l">
              <a:buNone/>
              <a:defRPr sz="1575" b="0">
                <a:solidFill>
                  <a:srgbClr val="FFFFFF"/>
                </a:solidFill>
                <a:latin typeface="Arial"/>
                <a:ea typeface="Arial"/>
                <a:cs typeface="Arial"/>
              </a:defRPr>
            </a:lvl7pPr>
            <a:lvl8pPr algn="l">
              <a:buNone/>
              <a:defRPr sz="1575" b="0">
                <a:solidFill>
                  <a:srgbClr val="FFFFFF"/>
                </a:solidFill>
                <a:latin typeface="Arial"/>
                <a:ea typeface="Arial"/>
                <a:cs typeface="Arial"/>
              </a:defRPr>
            </a:lvl8pPr>
            <a:lvl9pPr algn="l">
              <a:buNone/>
              <a:defRPr sz="1575" b="0">
                <a:solidFill>
                  <a:srgbClr val="FFFFFF"/>
                </a:solidFill>
                <a:latin typeface="Arial"/>
                <a:ea typeface="Arial"/>
                <a:cs typeface="Arial"/>
              </a:defRPr>
            </a:lvl9pPr>
          </a:lstStyle>
          <a:p>
            <a:pPr algn="l">
              <a:buNone/>
              <a:defRPr sz="1575" b="0">
                <a:solidFill>
                  <a:srgbClr val="FFFFFF"/>
                </a:solidFill>
                <a:latin typeface="Arial"/>
                <a:ea typeface="Arial"/>
                <a:cs typeface="Arial"/>
              </a:defRPr>
            </a:pPr>
            <a:r>
              <a:rPr sz="1575" b="0">
                <a:solidFill>
                  <a:srgbClr val="FFFFFF"/>
                </a:solidFill>
                <a:latin typeface="Arial"/>
                <a:ea typeface="Arial"/>
                <a:cs typeface="Arial"/>
              </a:rPr>
              <a:t>Confirm the production foundation before expanding the API surface.</a:t>
            </a:r>
          </a:p>
        </p:txBody>
      </p:sp>
      <p:sp>
        <p:nvSpPr>
          <p:cNvPr id="28" name="직사각형 27">
            <a:extLst>
              <a:ext uri="{FF2B5EF4-FFF2-40B4-BE49-F238E27FC236}">
                <a16:creationId xmlns:a16="http://schemas.microsoft.com/office/drawing/2014/main" id="{909244B8-0827-4DDA-A2DB-E7CA6611105B}"/>
              </a:ext>
            </a:extLst>
          </p:cNvPr>
          <p:cNvSpPr>
            <a:spLocks noGrp="1"/>
          </p:cNvSpPr>
          <p:nvPr/>
        </p:nvSpPr>
        <p:spPr>
          <a:xfrm>
            <a:off x="609600" y="6505575"/>
            <a:ext cx="1524000" cy="190500"/>
          </a:xfrm>
          <a:prstGeom prst="rect">
            <a:avLst/>
          </a:prstGeom>
          <a:noFill/>
          <a:ln w="0">
            <a:noFill/>
            <a:prstDash val="solid"/>
          </a:ln>
        </p:spPr>
        <p:txBody>
          <a:bodyPr wrap="square" lIns="0" tIns="0" rIns="0" bIns="0" anchor="t">
            <a:normAutofit/>
          </a:bodyPr>
          <a:lstStyle>
            <a:defPPr algn="l">
              <a:defRPr sz="975" b="1">
                <a:solidFill>
                  <a:srgbClr val="9FB3C8"/>
                </a:solidFill>
                <a:latin typeface="Arial"/>
                <a:ea typeface="Arial"/>
                <a:cs typeface="Arial"/>
              </a:defRPr>
            </a:defPPr>
            <a:lvl1pPr algn="l">
              <a:buNone/>
              <a:defRPr sz="975" b="1">
                <a:solidFill>
                  <a:srgbClr val="9FB3C8"/>
                </a:solidFill>
                <a:latin typeface="Arial"/>
                <a:ea typeface="Arial"/>
                <a:cs typeface="Arial"/>
              </a:defRPr>
            </a:lvl1pPr>
            <a:lvl2pPr algn="l">
              <a:buNone/>
              <a:defRPr sz="975" b="1">
                <a:solidFill>
                  <a:srgbClr val="9FB3C8"/>
                </a:solidFill>
                <a:latin typeface="Arial"/>
                <a:ea typeface="Arial"/>
                <a:cs typeface="Arial"/>
              </a:defRPr>
            </a:lvl2pPr>
            <a:lvl3pPr algn="l">
              <a:buNone/>
              <a:defRPr sz="975" b="1">
                <a:solidFill>
                  <a:srgbClr val="9FB3C8"/>
                </a:solidFill>
                <a:latin typeface="Arial"/>
                <a:ea typeface="Arial"/>
                <a:cs typeface="Arial"/>
              </a:defRPr>
            </a:lvl3pPr>
            <a:lvl4pPr algn="l">
              <a:buNone/>
              <a:defRPr sz="975" b="1">
                <a:solidFill>
                  <a:srgbClr val="9FB3C8"/>
                </a:solidFill>
                <a:latin typeface="Arial"/>
                <a:ea typeface="Arial"/>
                <a:cs typeface="Arial"/>
              </a:defRPr>
            </a:lvl4pPr>
            <a:lvl5pPr algn="l">
              <a:buNone/>
              <a:defRPr sz="975" b="1">
                <a:solidFill>
                  <a:srgbClr val="9FB3C8"/>
                </a:solidFill>
                <a:latin typeface="Arial"/>
                <a:ea typeface="Arial"/>
                <a:cs typeface="Arial"/>
              </a:defRPr>
            </a:lvl5pPr>
            <a:lvl6pPr algn="l">
              <a:buNone/>
              <a:defRPr sz="975" b="1">
                <a:solidFill>
                  <a:srgbClr val="9FB3C8"/>
                </a:solidFill>
                <a:latin typeface="Arial"/>
                <a:ea typeface="Arial"/>
                <a:cs typeface="Arial"/>
              </a:defRPr>
            </a:lvl6pPr>
            <a:lvl7pPr algn="l">
              <a:buNone/>
              <a:defRPr sz="975" b="1">
                <a:solidFill>
                  <a:srgbClr val="9FB3C8"/>
                </a:solidFill>
                <a:latin typeface="Arial"/>
                <a:ea typeface="Arial"/>
                <a:cs typeface="Arial"/>
              </a:defRPr>
            </a:lvl7pPr>
            <a:lvl8pPr algn="l">
              <a:buNone/>
              <a:defRPr sz="975" b="1">
                <a:solidFill>
                  <a:srgbClr val="9FB3C8"/>
                </a:solidFill>
                <a:latin typeface="Arial"/>
                <a:ea typeface="Arial"/>
                <a:cs typeface="Arial"/>
              </a:defRPr>
            </a:lvl8pPr>
            <a:lvl9pPr algn="l">
              <a:buNone/>
              <a:defRPr sz="975" b="1">
                <a:solidFill>
                  <a:srgbClr val="9FB3C8"/>
                </a:solidFill>
                <a:latin typeface="Arial"/>
                <a:ea typeface="Arial"/>
                <a:cs typeface="Arial"/>
              </a:defRPr>
            </a:lvl9pPr>
          </a:lstStyle>
          <a:p>
            <a:pPr algn="l">
              <a:buNone/>
              <a:defRPr sz="975" b="1">
                <a:solidFill>
                  <a:srgbClr val="9FB3C8"/>
                </a:solidFill>
                <a:latin typeface="Arial"/>
                <a:ea typeface="Arial"/>
                <a:cs typeface="Arial"/>
              </a:defRPr>
            </a:pPr>
            <a:r>
              <a:rPr sz="975" b="1">
                <a:solidFill>
                  <a:srgbClr val="9FB3C8"/>
                </a:solidFill>
                <a:latin typeface="Arial"/>
                <a:ea typeface="Arial"/>
                <a:cs typeface="Arial"/>
              </a:rPr>
              <a:t>MailFlow AI</a:t>
            </a:r>
          </a:p>
        </p:txBody>
      </p:sp>
      <p:sp>
        <p:nvSpPr>
          <p:cNvPr id="29" name="직사각형 28">
            <a:extLst>
              <a:ext uri="{FF2B5EF4-FFF2-40B4-BE49-F238E27FC236}">
                <a16:creationId xmlns:a16="http://schemas.microsoft.com/office/drawing/2014/main" id="{A0937264-6015-41DF-A152-23DD3BF4C40A}"/>
              </a:ext>
            </a:extLst>
          </p:cNvPr>
          <p:cNvSpPr>
            <a:spLocks noGrp="1"/>
          </p:cNvSpPr>
          <p:nvPr/>
        </p:nvSpPr>
        <p:spPr>
          <a:xfrm>
            <a:off x="11096625" y="6505575"/>
            <a:ext cx="476250" cy="190500"/>
          </a:xfrm>
          <a:prstGeom prst="rect">
            <a:avLst/>
          </a:prstGeom>
          <a:noFill/>
          <a:ln w="0">
            <a:noFill/>
            <a:prstDash val="solid"/>
          </a:ln>
        </p:spPr>
        <p:txBody>
          <a:bodyPr wrap="square" lIns="0" tIns="0" rIns="0" bIns="0" anchor="t">
            <a:normAutofit/>
          </a:bodyPr>
          <a:lstStyle>
            <a:defPPr algn="r">
              <a:defRPr sz="975" b="1">
                <a:solidFill>
                  <a:srgbClr val="9FB3C8"/>
                </a:solidFill>
                <a:latin typeface="Arial"/>
                <a:ea typeface="Arial"/>
                <a:cs typeface="Arial"/>
              </a:defRPr>
            </a:defPPr>
            <a:lvl1pPr algn="r">
              <a:buNone/>
              <a:defRPr sz="975" b="1">
                <a:solidFill>
                  <a:srgbClr val="9FB3C8"/>
                </a:solidFill>
                <a:latin typeface="Arial"/>
                <a:ea typeface="Arial"/>
                <a:cs typeface="Arial"/>
              </a:defRPr>
            </a:lvl1pPr>
            <a:lvl2pPr algn="r">
              <a:buNone/>
              <a:defRPr sz="975" b="1">
                <a:solidFill>
                  <a:srgbClr val="9FB3C8"/>
                </a:solidFill>
                <a:latin typeface="Arial"/>
                <a:ea typeface="Arial"/>
                <a:cs typeface="Arial"/>
              </a:defRPr>
            </a:lvl2pPr>
            <a:lvl3pPr algn="r">
              <a:buNone/>
              <a:defRPr sz="975" b="1">
                <a:solidFill>
                  <a:srgbClr val="9FB3C8"/>
                </a:solidFill>
                <a:latin typeface="Arial"/>
                <a:ea typeface="Arial"/>
                <a:cs typeface="Arial"/>
              </a:defRPr>
            </a:lvl3pPr>
            <a:lvl4pPr algn="r">
              <a:buNone/>
              <a:defRPr sz="975" b="1">
                <a:solidFill>
                  <a:srgbClr val="9FB3C8"/>
                </a:solidFill>
                <a:latin typeface="Arial"/>
                <a:ea typeface="Arial"/>
                <a:cs typeface="Arial"/>
              </a:defRPr>
            </a:lvl4pPr>
            <a:lvl5pPr algn="r">
              <a:buNone/>
              <a:defRPr sz="975" b="1">
                <a:solidFill>
                  <a:srgbClr val="9FB3C8"/>
                </a:solidFill>
                <a:latin typeface="Arial"/>
                <a:ea typeface="Arial"/>
                <a:cs typeface="Arial"/>
              </a:defRPr>
            </a:lvl5pPr>
            <a:lvl6pPr algn="r">
              <a:buNone/>
              <a:defRPr sz="975" b="1">
                <a:solidFill>
                  <a:srgbClr val="9FB3C8"/>
                </a:solidFill>
                <a:latin typeface="Arial"/>
                <a:ea typeface="Arial"/>
                <a:cs typeface="Arial"/>
              </a:defRPr>
            </a:lvl6pPr>
            <a:lvl7pPr algn="r">
              <a:buNone/>
              <a:defRPr sz="975" b="1">
                <a:solidFill>
                  <a:srgbClr val="9FB3C8"/>
                </a:solidFill>
                <a:latin typeface="Arial"/>
                <a:ea typeface="Arial"/>
                <a:cs typeface="Arial"/>
              </a:defRPr>
            </a:lvl7pPr>
            <a:lvl8pPr algn="r">
              <a:buNone/>
              <a:defRPr sz="975" b="1">
                <a:solidFill>
                  <a:srgbClr val="9FB3C8"/>
                </a:solidFill>
                <a:latin typeface="Arial"/>
                <a:ea typeface="Arial"/>
                <a:cs typeface="Arial"/>
              </a:defRPr>
            </a:lvl8pPr>
            <a:lvl9pPr algn="r">
              <a:buNone/>
              <a:defRPr sz="975" b="1">
                <a:solidFill>
                  <a:srgbClr val="9FB3C8"/>
                </a:solidFill>
                <a:latin typeface="Arial"/>
                <a:ea typeface="Arial"/>
                <a:cs typeface="Arial"/>
              </a:defRPr>
            </a:lvl9pPr>
          </a:lstStyle>
          <a:p>
            <a:pPr algn="r">
              <a:buNone/>
              <a:defRPr sz="975" b="1">
                <a:solidFill>
                  <a:srgbClr val="9FB3C8"/>
                </a:solidFill>
                <a:latin typeface="Arial"/>
                <a:ea typeface="Arial"/>
                <a:cs typeface="Arial"/>
              </a:defRPr>
            </a:pPr>
            <a:r>
              <a:rPr sz="975" b="1">
                <a:solidFill>
                  <a:srgbClr val="9FB3C8"/>
                </a:solidFill>
                <a:latin typeface="Arial"/>
                <a:ea typeface="Arial"/>
                <a:cs typeface="Arial"/>
              </a:rPr>
              <a:t>10</a:t>
            </a:r>
          </a:p>
        </p:txBody>
      </p:sp>
    </p:spTree>
    <p:extLst>
      <p:ext uri="{BB962C8B-B14F-4D97-AF65-F5344CB8AC3E}">
        <p14:creationId xmlns:p14="http://schemas.microsoft.com/office/powerpoint/2010/main" val="209789410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2249</Words>
  <Application>Microsoft Office PowerPoint</Application>
  <DocSecurity>0</DocSecurity>
  <PresentationFormat>와이드스크린</PresentationFormat>
  <Paragraphs>327</Paragraphs>
  <Slides>10</Slides>
  <Notes>10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10</vt:i4>
      </vt:variant>
    </vt:vector>
  </HeadingPairs>
  <TitlesOfParts>
    <vt:vector size="13" baseType="lpstr">
      <vt:lpstr>Aptos</vt:lpstr>
      <vt:lpstr>Arial</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임 동현</cp:lastModifiedBy>
  <cp:revision>1</cp:revision>
  <dcterms:created xsi:type="dcterms:W3CDTF">2026-10-24T05:18:35Z</dcterms:created>
  <dcterms:modified xsi:type="dcterms:W3CDTF">2026-10-24T06:35:37Z</dcterms:modified>
</cp:coreProperties>
</file>